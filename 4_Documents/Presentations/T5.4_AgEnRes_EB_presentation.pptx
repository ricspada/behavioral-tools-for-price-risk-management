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4" r:id="rId5"/>
    <p:sldId id="344" r:id="rId6"/>
    <p:sldId id="353" r:id="rId7"/>
    <p:sldId id="345" r:id="rId8"/>
    <p:sldId id="442" r:id="rId9"/>
    <p:sldId id="385" r:id="rId10"/>
    <p:sldId id="349" r:id="rId11"/>
    <p:sldId id="4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777777"/>
    <a:srgbClr val="002060"/>
    <a:srgbClr val="DBDCE5"/>
    <a:srgbClr val="D3DDFE"/>
    <a:srgbClr val="D4DDFE"/>
    <a:srgbClr val="D5DEFF"/>
    <a:srgbClr val="F6F7FF"/>
    <a:srgbClr val="F0F1FB"/>
    <a:srgbClr val="DFE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A50D56-AEE0-489D-B83F-7CE1C4010AF8}" v="10" dt="2026-01-13T10:06:37.858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2"/>
      </p:cViewPr>
      <p:guideLst>
        <p:guide orient="horz" pos="1416"/>
        <p:guide orient="horz" pos="10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da, Riccardo" userId="994b86d3-29b4-4300-9fb1-4380a0094f38" providerId="ADAL" clId="{F6A50D56-AEE0-489D-B83F-7CE1C4010AF8}"/>
    <pc:docChg chg="undo redo custSel addSld delSld modSld sldOrd">
      <pc:chgData name="Spada, Riccardo" userId="994b86d3-29b4-4300-9fb1-4380a0094f38" providerId="ADAL" clId="{F6A50D56-AEE0-489D-B83F-7CE1C4010AF8}" dt="2026-01-14T07:08:17.399" v="736" actId="20577"/>
      <pc:docMkLst>
        <pc:docMk/>
      </pc:docMkLst>
      <pc:sldChg chg="modSp mod">
        <pc:chgData name="Spada, Riccardo" userId="994b86d3-29b4-4300-9fb1-4380a0094f38" providerId="ADAL" clId="{F6A50D56-AEE0-489D-B83F-7CE1C4010AF8}" dt="2026-01-13T04:43:13.793" v="142" actId="113"/>
        <pc:sldMkLst>
          <pc:docMk/>
          <pc:sldMk cId="3421401082" sldId="314"/>
        </pc:sldMkLst>
        <pc:spChg chg="mod">
          <ac:chgData name="Spada, Riccardo" userId="994b86d3-29b4-4300-9fb1-4380a0094f38" providerId="ADAL" clId="{F6A50D56-AEE0-489D-B83F-7CE1C4010AF8}" dt="2026-01-13T04:40:34.029" v="4"/>
          <ac:spMkLst>
            <pc:docMk/>
            <pc:sldMk cId="3421401082" sldId="314"/>
            <ac:spMk id="2" creationId="{008315D2-7F57-AF2A-38D7-558098789073}"/>
          </ac:spMkLst>
        </pc:spChg>
        <pc:spChg chg="mod">
          <ac:chgData name="Spada, Riccardo" userId="994b86d3-29b4-4300-9fb1-4380a0094f38" providerId="ADAL" clId="{F6A50D56-AEE0-489D-B83F-7CE1C4010AF8}" dt="2026-01-13T04:43:13.793" v="142" actId="113"/>
          <ac:spMkLst>
            <pc:docMk/>
            <pc:sldMk cId="3421401082" sldId="314"/>
            <ac:spMk id="4" creationId="{896A0041-7DFC-21DE-B679-8C78AF683CEE}"/>
          </ac:spMkLst>
        </pc:spChg>
      </pc:sldChg>
      <pc:sldChg chg="delSp modSp mod">
        <pc:chgData name="Spada, Riccardo" userId="994b86d3-29b4-4300-9fb1-4380a0094f38" providerId="ADAL" clId="{F6A50D56-AEE0-489D-B83F-7CE1C4010AF8}" dt="2026-01-13T10:10:06.574" v="689" actId="14100"/>
        <pc:sldMkLst>
          <pc:docMk/>
          <pc:sldMk cId="3665351336" sldId="344"/>
        </pc:sldMkLst>
        <pc:spChg chg="mod">
          <ac:chgData name="Spada, Riccardo" userId="994b86d3-29b4-4300-9fb1-4380a0094f38" providerId="ADAL" clId="{F6A50D56-AEE0-489D-B83F-7CE1C4010AF8}" dt="2026-01-13T10:10:06.574" v="689" actId="14100"/>
          <ac:spMkLst>
            <pc:docMk/>
            <pc:sldMk cId="3665351336" sldId="344"/>
            <ac:spMk id="7" creationId="{6817A33D-BCCC-4B72-A80E-AE382D7BAA6B}"/>
          </ac:spMkLst>
        </pc:spChg>
        <pc:spChg chg="del">
          <ac:chgData name="Spada, Riccardo" userId="994b86d3-29b4-4300-9fb1-4380a0094f38" providerId="ADAL" clId="{F6A50D56-AEE0-489D-B83F-7CE1C4010AF8}" dt="2026-01-13T06:55:10.084" v="162" actId="478"/>
          <ac:spMkLst>
            <pc:docMk/>
            <pc:sldMk cId="3665351336" sldId="344"/>
            <ac:spMk id="9" creationId="{B1F825A2-B3DB-FCE3-D630-802FEF66EA21}"/>
          </ac:spMkLst>
        </pc:spChg>
        <pc:graphicFrameChg chg="del">
          <ac:chgData name="Spada, Riccardo" userId="994b86d3-29b4-4300-9fb1-4380a0094f38" providerId="ADAL" clId="{F6A50D56-AEE0-489D-B83F-7CE1C4010AF8}" dt="2026-01-13T06:55:08.170" v="161" actId="478"/>
          <ac:graphicFrameMkLst>
            <pc:docMk/>
            <pc:sldMk cId="3665351336" sldId="344"/>
            <ac:graphicFrameMk id="2" creationId="{82584733-7A7E-E8C0-5B0E-69BB59B65F8A}"/>
          </ac:graphicFrameMkLst>
        </pc:graphicFrameChg>
      </pc:sldChg>
      <pc:sldChg chg="addSp delSp modSp mod">
        <pc:chgData name="Spada, Riccardo" userId="994b86d3-29b4-4300-9fb1-4380a0094f38" providerId="ADAL" clId="{F6A50D56-AEE0-489D-B83F-7CE1C4010AF8}" dt="2026-01-13T10:10:13.236" v="690" actId="14100"/>
        <pc:sldMkLst>
          <pc:docMk/>
          <pc:sldMk cId="2202150605" sldId="345"/>
        </pc:sldMkLst>
        <pc:spChg chg="add del">
          <ac:chgData name="Spada, Riccardo" userId="994b86d3-29b4-4300-9fb1-4380a0094f38" providerId="ADAL" clId="{F6A50D56-AEE0-489D-B83F-7CE1C4010AF8}" dt="2026-01-13T07:00:50.475" v="260"/>
          <ac:spMkLst>
            <pc:docMk/>
            <pc:sldMk cId="2202150605" sldId="345"/>
            <ac:spMk id="2" creationId="{31799A82-8C35-805D-165E-7EAC0DF5CF45}"/>
          </ac:spMkLst>
        </pc:spChg>
        <pc:spChg chg="add del mod">
          <ac:chgData name="Spada, Riccardo" userId="994b86d3-29b4-4300-9fb1-4380a0094f38" providerId="ADAL" clId="{F6A50D56-AEE0-489D-B83F-7CE1C4010AF8}" dt="2026-01-13T07:00:57.123" v="265"/>
          <ac:spMkLst>
            <pc:docMk/>
            <pc:sldMk cId="2202150605" sldId="345"/>
            <ac:spMk id="3" creationId="{550D2C52-8917-AABF-9540-DB4961A0A8A0}"/>
          </ac:spMkLst>
        </pc:spChg>
        <pc:spChg chg="mod">
          <ac:chgData name="Spada, Riccardo" userId="994b86d3-29b4-4300-9fb1-4380a0094f38" providerId="ADAL" clId="{F6A50D56-AEE0-489D-B83F-7CE1C4010AF8}" dt="2026-01-13T06:59:19.015" v="253" actId="20577"/>
          <ac:spMkLst>
            <pc:docMk/>
            <pc:sldMk cId="2202150605" sldId="345"/>
            <ac:spMk id="6" creationId="{2D74B639-A9BF-40F4-8F28-4C3D2B4FF6B7}"/>
          </ac:spMkLst>
        </pc:spChg>
        <pc:spChg chg="add del mod">
          <ac:chgData name="Spada, Riccardo" userId="994b86d3-29b4-4300-9fb1-4380a0094f38" providerId="ADAL" clId="{F6A50D56-AEE0-489D-B83F-7CE1C4010AF8}" dt="2026-01-13T10:10:13.236" v="690" actId="14100"/>
          <ac:spMkLst>
            <pc:docMk/>
            <pc:sldMk cId="2202150605" sldId="345"/>
            <ac:spMk id="7" creationId="{6817A33D-BCCC-4B72-A80E-AE382D7BAA6B}"/>
          </ac:spMkLst>
        </pc:spChg>
        <pc:picChg chg="del">
          <ac:chgData name="Spada, Riccardo" userId="994b86d3-29b4-4300-9fb1-4380a0094f38" providerId="ADAL" clId="{F6A50D56-AEE0-489D-B83F-7CE1C4010AF8}" dt="2026-01-13T06:59:21.793" v="254" actId="478"/>
          <ac:picMkLst>
            <pc:docMk/>
            <pc:sldMk cId="2202150605" sldId="345"/>
            <ac:picMk id="11" creationId="{0EB65429-0C01-8D26-7EFE-1546B76E5E62}"/>
          </ac:picMkLst>
        </pc:picChg>
      </pc:sldChg>
      <pc:sldChg chg="addSp delSp modSp mod ord">
        <pc:chgData name="Spada, Riccardo" userId="994b86d3-29b4-4300-9fb1-4380a0094f38" providerId="ADAL" clId="{F6A50D56-AEE0-489D-B83F-7CE1C4010AF8}" dt="2026-01-13T10:10:28.971" v="692"/>
        <pc:sldMkLst>
          <pc:docMk/>
          <pc:sldMk cId="3594915197" sldId="353"/>
        </pc:sldMkLst>
        <pc:spChg chg="del">
          <ac:chgData name="Spada, Riccardo" userId="994b86d3-29b4-4300-9fb1-4380a0094f38" providerId="ADAL" clId="{F6A50D56-AEE0-489D-B83F-7CE1C4010AF8}" dt="2026-01-13T09:08:56.796" v="399" actId="478"/>
          <ac:spMkLst>
            <pc:docMk/>
            <pc:sldMk cId="3594915197" sldId="353"/>
            <ac:spMk id="3" creationId="{60A4BEA9-A955-2053-7FEA-F165A4CC836A}"/>
          </ac:spMkLst>
        </pc:spChg>
        <pc:spChg chg="add mod">
          <ac:chgData name="Spada, Riccardo" userId="994b86d3-29b4-4300-9fb1-4380a0094f38" providerId="ADAL" clId="{F6A50D56-AEE0-489D-B83F-7CE1C4010AF8}" dt="2026-01-13T09:09:20.340" v="403" actId="1076"/>
          <ac:spMkLst>
            <pc:docMk/>
            <pc:sldMk cId="3594915197" sldId="353"/>
            <ac:spMk id="4" creationId="{F269B463-8EE8-5430-5897-032195904C4D}"/>
          </ac:spMkLst>
        </pc:spChg>
        <pc:spChg chg="mod">
          <ac:chgData name="Spada, Riccardo" userId="994b86d3-29b4-4300-9fb1-4380a0094f38" providerId="ADAL" clId="{F6A50D56-AEE0-489D-B83F-7CE1C4010AF8}" dt="2026-01-13T09:09:25.186" v="404" actId="1076"/>
          <ac:spMkLst>
            <pc:docMk/>
            <pc:sldMk cId="3594915197" sldId="353"/>
            <ac:spMk id="7" creationId="{6817A33D-BCCC-4B72-A80E-AE382D7BAA6B}"/>
          </ac:spMkLst>
        </pc:spChg>
        <pc:graphicFrameChg chg="del">
          <ac:chgData name="Spada, Riccardo" userId="994b86d3-29b4-4300-9fb1-4380a0094f38" providerId="ADAL" clId="{F6A50D56-AEE0-489D-B83F-7CE1C4010AF8}" dt="2026-01-13T09:09:00.917" v="400" actId="478"/>
          <ac:graphicFrameMkLst>
            <pc:docMk/>
            <pc:sldMk cId="3594915197" sldId="353"/>
            <ac:graphicFrameMk id="2" creationId="{B9DCF942-2CA1-AA72-802B-82C9D1CD1A87}"/>
          </ac:graphicFrameMkLst>
        </pc:graphicFrameChg>
        <pc:picChg chg="add mod">
          <ac:chgData name="Spada, Riccardo" userId="994b86d3-29b4-4300-9fb1-4380a0094f38" providerId="ADAL" clId="{F6A50D56-AEE0-489D-B83F-7CE1C4010AF8}" dt="2026-01-13T09:09:20.340" v="403" actId="1076"/>
          <ac:picMkLst>
            <pc:docMk/>
            <pc:sldMk cId="3594915197" sldId="353"/>
            <ac:picMk id="5" creationId="{AFC1677B-9A2A-C952-F155-2074752A6175}"/>
          </ac:picMkLst>
        </pc:picChg>
      </pc:sldChg>
      <pc:sldChg chg="del">
        <pc:chgData name="Spada, Riccardo" userId="994b86d3-29b4-4300-9fb1-4380a0094f38" providerId="ADAL" clId="{F6A50D56-AEE0-489D-B83F-7CE1C4010AF8}" dt="2026-01-13T06:56:47.989" v="213" actId="2696"/>
        <pc:sldMkLst>
          <pc:docMk/>
          <pc:sldMk cId="4005340468" sldId="386"/>
        </pc:sldMkLst>
      </pc:sldChg>
      <pc:sldChg chg="del">
        <pc:chgData name="Spada, Riccardo" userId="994b86d3-29b4-4300-9fb1-4380a0094f38" providerId="ADAL" clId="{F6A50D56-AEE0-489D-B83F-7CE1C4010AF8}" dt="2026-01-13T09:09:43.046" v="405" actId="2696"/>
        <pc:sldMkLst>
          <pc:docMk/>
          <pc:sldMk cId="103813010" sldId="439"/>
        </pc:sldMkLst>
      </pc:sldChg>
      <pc:sldChg chg="modSp del mod">
        <pc:chgData name="Spada, Riccardo" userId="994b86d3-29b4-4300-9fb1-4380a0094f38" providerId="ADAL" clId="{F6A50D56-AEE0-489D-B83F-7CE1C4010AF8}" dt="2026-01-13T10:08:06.263" v="683" actId="2696"/>
        <pc:sldMkLst>
          <pc:docMk/>
          <pc:sldMk cId="177192521" sldId="440"/>
        </pc:sldMkLst>
        <pc:spChg chg="mod">
          <ac:chgData name="Spada, Riccardo" userId="994b86d3-29b4-4300-9fb1-4380a0094f38" providerId="ADAL" clId="{F6A50D56-AEE0-489D-B83F-7CE1C4010AF8}" dt="2026-01-13T07:05:51.412" v="398" actId="20577"/>
          <ac:spMkLst>
            <pc:docMk/>
            <pc:sldMk cId="177192521" sldId="440"/>
            <ac:spMk id="3" creationId="{2B36450F-A8E5-8B7F-1C54-79C081010270}"/>
          </ac:spMkLst>
        </pc:spChg>
      </pc:sldChg>
      <pc:sldChg chg="delSp modSp add del mod">
        <pc:chgData name="Spada, Riccardo" userId="994b86d3-29b4-4300-9fb1-4380a0094f38" providerId="ADAL" clId="{F6A50D56-AEE0-489D-B83F-7CE1C4010AF8}" dt="2026-01-13T07:04:56.050" v="367" actId="2696"/>
        <pc:sldMkLst>
          <pc:docMk/>
          <pc:sldMk cId="235889321" sldId="441"/>
        </pc:sldMkLst>
        <pc:spChg chg="del">
          <ac:chgData name="Spada, Riccardo" userId="994b86d3-29b4-4300-9fb1-4380a0094f38" providerId="ADAL" clId="{F6A50D56-AEE0-489D-B83F-7CE1C4010AF8}" dt="2026-01-13T07:04:44.930" v="363" actId="478"/>
          <ac:spMkLst>
            <pc:docMk/>
            <pc:sldMk cId="235889321" sldId="441"/>
            <ac:spMk id="5" creationId="{A88C21A5-6273-D0F8-0204-F1B5EDA46BCF}"/>
          </ac:spMkLst>
        </pc:spChg>
        <pc:spChg chg="mod">
          <ac:chgData name="Spada, Riccardo" userId="994b86d3-29b4-4300-9fb1-4380a0094f38" providerId="ADAL" clId="{F6A50D56-AEE0-489D-B83F-7CE1C4010AF8}" dt="2026-01-13T06:58:55.440" v="242" actId="20577"/>
          <ac:spMkLst>
            <pc:docMk/>
            <pc:sldMk cId="235889321" sldId="441"/>
            <ac:spMk id="6" creationId="{2D74B639-A9BF-40F4-8F28-4C3D2B4FF6B7}"/>
          </ac:spMkLst>
        </pc:spChg>
        <pc:picChg chg="del">
          <ac:chgData name="Spada, Riccardo" userId="994b86d3-29b4-4300-9fb1-4380a0094f38" providerId="ADAL" clId="{F6A50D56-AEE0-489D-B83F-7CE1C4010AF8}" dt="2026-01-13T07:04:41.361" v="362" actId="478"/>
          <ac:picMkLst>
            <pc:docMk/>
            <pc:sldMk cId="235889321" sldId="441"/>
            <ac:picMk id="11" creationId="{E419EC3F-214E-8539-94BA-32862F894693}"/>
          </ac:picMkLst>
        </pc:picChg>
      </pc:sldChg>
      <pc:sldChg chg="addSp delSp modSp add mod ord modClrScheme chgLayout">
        <pc:chgData name="Spada, Riccardo" userId="994b86d3-29b4-4300-9fb1-4380a0094f38" providerId="ADAL" clId="{F6A50D56-AEE0-489D-B83F-7CE1C4010AF8}" dt="2026-01-14T07:08:17.399" v="736" actId="20577"/>
        <pc:sldMkLst>
          <pc:docMk/>
          <pc:sldMk cId="2496169889" sldId="442"/>
        </pc:sldMkLst>
        <pc:spChg chg="mod">
          <ac:chgData name="Spada, Riccardo" userId="994b86d3-29b4-4300-9fb1-4380a0094f38" providerId="ADAL" clId="{F6A50D56-AEE0-489D-B83F-7CE1C4010AF8}" dt="2026-01-13T09:10:34.757" v="409" actId="26606"/>
          <ac:spMkLst>
            <pc:docMk/>
            <pc:sldMk cId="2496169889" sldId="442"/>
            <ac:spMk id="6" creationId="{2D74B639-A9BF-40F4-8F28-4C3D2B4FF6B7}"/>
          </ac:spMkLst>
        </pc:spChg>
        <pc:spChg chg="del mod">
          <ac:chgData name="Spada, Riccardo" userId="994b86d3-29b4-4300-9fb1-4380a0094f38" providerId="ADAL" clId="{F6A50D56-AEE0-489D-B83F-7CE1C4010AF8}" dt="2026-01-13T09:10:22.364" v="407"/>
          <ac:spMkLst>
            <pc:docMk/>
            <pc:sldMk cId="2496169889" sldId="442"/>
            <ac:spMk id="7" creationId="{6817A33D-BCCC-4B72-A80E-AE382D7BAA6B}"/>
          </ac:spMkLst>
        </pc:spChg>
        <pc:spChg chg="mod">
          <ac:chgData name="Spada, Riccardo" userId="994b86d3-29b4-4300-9fb1-4380a0094f38" providerId="ADAL" clId="{F6A50D56-AEE0-489D-B83F-7CE1C4010AF8}" dt="2026-01-13T09:10:34.757" v="409" actId="26606"/>
          <ac:spMkLst>
            <pc:docMk/>
            <pc:sldMk cId="2496169889" sldId="442"/>
            <ac:spMk id="8" creationId="{25161E1B-05C5-446A-84CA-3CA2C76892F9}"/>
          </ac:spMkLst>
        </pc:spChg>
        <pc:spChg chg="add mod">
          <ac:chgData name="Spada, Riccardo" userId="994b86d3-29b4-4300-9fb1-4380a0094f38" providerId="ADAL" clId="{F6A50D56-AEE0-489D-B83F-7CE1C4010AF8}" dt="2026-01-14T07:08:17.399" v="736" actId="20577"/>
          <ac:spMkLst>
            <pc:docMk/>
            <pc:sldMk cId="2496169889" sldId="442"/>
            <ac:spMk id="13" creationId="{8E52BF4D-C4F2-3135-D54A-4BB9C8563204}"/>
          </ac:spMkLst>
        </pc:spChg>
        <pc:graphicFrameChg chg="add mod ord modGraphic">
          <ac:chgData name="Spada, Riccardo" userId="994b86d3-29b4-4300-9fb1-4380a0094f38" providerId="ADAL" clId="{F6A50D56-AEE0-489D-B83F-7CE1C4010AF8}" dt="2026-01-13T09:14:14.303" v="426" actId="14734"/>
          <ac:graphicFrameMkLst>
            <pc:docMk/>
            <pc:sldMk cId="2496169889" sldId="442"/>
            <ac:graphicFrameMk id="2" creationId="{26A88BCD-D0BF-491F-9D00-47E5E8AFCD89}"/>
          </ac:graphicFrameMkLst>
        </pc:graphicFrameChg>
      </pc:sldChg>
    </pc:docChg>
  </pc:docChgLst>
  <pc:docChgLst>
    <pc:chgData name="Spada, Riccardo" userId="S::riccardo.spada@wur.nl::994b86d3-29b4-4300-9fb1-4380a0094f38" providerId="AD" clId="Web-{4D3DB423-8BFB-1761-E46A-64723C4E7A41}"/>
    <pc:docChg chg="delSld modSld">
      <pc:chgData name="Spada, Riccardo" userId="S::riccardo.spada@wur.nl::994b86d3-29b4-4300-9fb1-4380a0094f38" providerId="AD" clId="Web-{4D3DB423-8BFB-1761-E46A-64723C4E7A41}" dt="2025-08-11T13:46:15.396" v="1"/>
      <pc:docMkLst>
        <pc:docMk/>
      </pc:docMkLst>
      <pc:sldChg chg="delSp">
        <pc:chgData name="Spada, Riccardo" userId="S::riccardo.spada@wur.nl::994b86d3-29b4-4300-9fb1-4380a0094f38" providerId="AD" clId="Web-{4D3DB423-8BFB-1761-E46A-64723C4E7A41}" dt="2025-08-11T13:46:15.396" v="1"/>
        <pc:sldMkLst>
          <pc:docMk/>
          <pc:sldMk cId="3665351336" sldId="344"/>
        </pc:sldMkLst>
        <pc:graphicFrameChg chg="del">
          <ac:chgData name="Spada, Riccardo" userId="S::riccardo.spada@wur.nl::994b86d3-29b4-4300-9fb1-4380a0094f38" providerId="AD" clId="Web-{4D3DB423-8BFB-1761-E46A-64723C4E7A41}" dt="2025-08-11T13:46:15.396" v="1"/>
          <ac:graphicFrameMkLst>
            <pc:docMk/>
            <pc:sldMk cId="3665351336" sldId="344"/>
            <ac:graphicFrameMk id="2" creationId="{80C923CB-F3FC-1CB4-7DB4-B016E0110842}"/>
          </ac:graphicFrameMkLst>
        </pc:graphicFrameChg>
      </pc:sldChg>
      <pc:sldChg chg="del">
        <pc:chgData name="Spada, Riccardo" userId="S::riccardo.spada@wur.nl::994b86d3-29b4-4300-9fb1-4380a0094f38" providerId="AD" clId="Web-{4D3DB423-8BFB-1761-E46A-64723C4E7A41}" dt="2025-08-11T13:44:21.378" v="0"/>
        <pc:sldMkLst>
          <pc:docMk/>
          <pc:sldMk cId="470230899" sldId="345"/>
        </pc:sldMkLst>
      </pc:sldChg>
    </pc:docChg>
  </pc:docChgLst>
  <pc:docChgLst>
    <pc:chgData name="Spada, Riccardo" userId="994b86d3-29b4-4300-9fb1-4380a0094f38" providerId="ADAL" clId="{23F37D3C-81E2-4E32-A2D9-B58E3080AC83}"/>
    <pc:docChg chg="undo redo custSel addSld delSld modSld sldOrd">
      <pc:chgData name="Spada, Riccardo" userId="994b86d3-29b4-4300-9fb1-4380a0094f38" providerId="ADAL" clId="{23F37D3C-81E2-4E32-A2D9-B58E3080AC83}" dt="2025-08-22T08:01:34.580" v="2287" actId="404"/>
      <pc:docMkLst>
        <pc:docMk/>
      </pc:docMkLst>
      <pc:sldChg chg="addSp modSp add del mod ord">
        <pc:chgData name="Spada, Riccardo" userId="994b86d3-29b4-4300-9fb1-4380a0094f38" providerId="ADAL" clId="{23F37D3C-81E2-4E32-A2D9-B58E3080AC83}" dt="2025-08-22T07:52:26.773" v="2181" actId="1076"/>
        <pc:sldMkLst>
          <pc:docMk/>
          <pc:sldMk cId="3421401082" sldId="314"/>
        </pc:sldMkLst>
        <pc:spChg chg="mod">
          <ac:chgData name="Spada, Riccardo" userId="994b86d3-29b4-4300-9fb1-4380a0094f38" providerId="ADAL" clId="{23F37D3C-81E2-4E32-A2D9-B58E3080AC83}" dt="2025-08-19T13:22:02.524" v="2116" actId="14100"/>
          <ac:spMkLst>
            <pc:docMk/>
            <pc:sldMk cId="3421401082" sldId="314"/>
            <ac:spMk id="2" creationId="{008315D2-7F57-AF2A-38D7-558098789073}"/>
          </ac:spMkLst>
        </pc:spChg>
        <pc:spChg chg="add mod">
          <ac:chgData name="Spada, Riccardo" userId="994b86d3-29b4-4300-9fb1-4380a0094f38" providerId="ADAL" clId="{23F37D3C-81E2-4E32-A2D9-B58E3080AC83}" dt="2025-08-19T13:46:15.857" v="2180" actId="20577"/>
          <ac:spMkLst>
            <pc:docMk/>
            <pc:sldMk cId="3421401082" sldId="314"/>
            <ac:spMk id="4" creationId="{896A0041-7DFC-21DE-B679-8C78AF683CEE}"/>
          </ac:spMkLst>
        </pc:spChg>
        <pc:spChg chg="add mod">
          <ac:chgData name="Spada, Riccardo" userId="994b86d3-29b4-4300-9fb1-4380a0094f38" providerId="ADAL" clId="{23F37D3C-81E2-4E32-A2D9-B58E3080AC83}" dt="2025-08-19T13:22:43.116" v="2121" actId="1076"/>
          <ac:spMkLst>
            <pc:docMk/>
            <pc:sldMk cId="3421401082" sldId="314"/>
            <ac:spMk id="5" creationId="{0F363EC4-DC12-F532-2444-7BAC41E7DBAB}"/>
          </ac:spMkLst>
        </pc:spChg>
        <pc:picChg chg="add mod">
          <ac:chgData name="Spada, Riccardo" userId="994b86d3-29b4-4300-9fb1-4380a0094f38" providerId="ADAL" clId="{23F37D3C-81E2-4E32-A2D9-B58E3080AC83}" dt="2025-08-19T13:22:40.512" v="2120" actId="1076"/>
          <ac:picMkLst>
            <pc:docMk/>
            <pc:sldMk cId="3421401082" sldId="314"/>
            <ac:picMk id="3" creationId="{41D5437C-F6CA-9E38-7B71-8E567594A4D5}"/>
          </ac:picMkLst>
        </pc:picChg>
        <pc:picChg chg="add mod">
          <ac:chgData name="Spada, Riccardo" userId="994b86d3-29b4-4300-9fb1-4380a0094f38" providerId="ADAL" clId="{23F37D3C-81E2-4E32-A2D9-B58E3080AC83}" dt="2025-08-22T07:52:26.773" v="2181" actId="1076"/>
          <ac:picMkLst>
            <pc:docMk/>
            <pc:sldMk cId="3421401082" sldId="314"/>
            <ac:picMk id="7" creationId="{E57C34CB-6F91-1158-2F50-55AC8A4A2202}"/>
          </ac:picMkLst>
        </pc:picChg>
      </pc:sldChg>
      <pc:sldChg chg="del">
        <pc:chgData name="Spada, Riccardo" userId="994b86d3-29b4-4300-9fb1-4380a0094f38" providerId="ADAL" clId="{23F37D3C-81E2-4E32-A2D9-B58E3080AC83}" dt="2025-08-14T09:26:42.135" v="439" actId="47"/>
        <pc:sldMkLst>
          <pc:docMk/>
          <pc:sldMk cId="3591555541" sldId="322"/>
        </pc:sldMkLst>
      </pc:sldChg>
      <pc:sldChg chg="del">
        <pc:chgData name="Spada, Riccardo" userId="994b86d3-29b4-4300-9fb1-4380a0094f38" providerId="ADAL" clId="{23F37D3C-81E2-4E32-A2D9-B58E3080AC83}" dt="2025-08-14T09:26:46.836" v="442" actId="47"/>
        <pc:sldMkLst>
          <pc:docMk/>
          <pc:sldMk cId="4183421641" sldId="323"/>
        </pc:sldMkLst>
      </pc:sldChg>
      <pc:sldChg chg="del">
        <pc:chgData name="Spada, Riccardo" userId="994b86d3-29b4-4300-9fb1-4380a0094f38" providerId="ADAL" clId="{23F37D3C-81E2-4E32-A2D9-B58E3080AC83}" dt="2025-08-14T09:26:49.044" v="443" actId="47"/>
        <pc:sldMkLst>
          <pc:docMk/>
          <pc:sldMk cId="606303624" sldId="325"/>
        </pc:sldMkLst>
      </pc:sldChg>
      <pc:sldChg chg="del">
        <pc:chgData name="Spada, Riccardo" userId="994b86d3-29b4-4300-9fb1-4380a0094f38" providerId="ADAL" clId="{23F37D3C-81E2-4E32-A2D9-B58E3080AC83}" dt="2025-08-14T09:26:45.579" v="441" actId="47"/>
        <pc:sldMkLst>
          <pc:docMk/>
          <pc:sldMk cId="4269896657" sldId="328"/>
        </pc:sldMkLst>
      </pc:sldChg>
      <pc:sldChg chg="del">
        <pc:chgData name="Spada, Riccardo" userId="994b86d3-29b4-4300-9fb1-4380a0094f38" providerId="ADAL" clId="{23F37D3C-81E2-4E32-A2D9-B58E3080AC83}" dt="2025-08-14T09:27:43.521" v="498" actId="47"/>
        <pc:sldMkLst>
          <pc:docMk/>
          <pc:sldMk cId="4294866199" sldId="329"/>
        </pc:sldMkLst>
      </pc:sldChg>
      <pc:sldChg chg="addSp delSp modSp add del mod modAnim">
        <pc:chgData name="Spada, Riccardo" userId="994b86d3-29b4-4300-9fb1-4380a0094f38" providerId="ADAL" clId="{23F37D3C-81E2-4E32-A2D9-B58E3080AC83}" dt="2025-08-19T12:09:37.476" v="1808" actId="47"/>
        <pc:sldMkLst>
          <pc:docMk/>
          <pc:sldMk cId="3784505952" sldId="331"/>
        </pc:sldMkLst>
        <pc:spChg chg="mod">
          <ac:chgData name="Spada, Riccardo" userId="994b86d3-29b4-4300-9fb1-4380a0094f38" providerId="ADAL" clId="{23F37D3C-81E2-4E32-A2D9-B58E3080AC83}" dt="2025-08-19T12:07:58.557" v="1782" actId="1076"/>
          <ac:spMkLst>
            <pc:docMk/>
            <pc:sldMk cId="3784505952" sldId="331"/>
            <ac:spMk id="3" creationId="{8CFA4869-4108-EB15-4EB0-B65C291C5D97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5" creationId="{2FE5FEE0-B979-621B-06CA-6EFECF457FF6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6" creationId="{BFE3ED1A-B62C-D472-2369-2423A55EA56F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7" creationId="{C6C44F59-95B8-AE5B-793D-4239803F15EE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9" creationId="{2D273ED0-2555-3A7C-226E-EC153C543404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10" creationId="{8094F15B-7745-5788-4AE8-30D43007B555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13" creationId="{075FD166-D00E-BE90-14AD-BB0A7B547398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14" creationId="{EF59E09D-C690-C367-96EA-B8B9BB4E6EE4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17" creationId="{EF87DF0D-38BE-1F44-776F-9532F57F9B54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18" creationId="{14617D17-DD6F-11A0-BBBE-59352B2982CE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19" creationId="{27AB84AD-ECE9-C32A-E8B7-F0AB43EE8CA2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1" creationId="{8651985D-05CA-C97C-9D94-C5A3BB7B3B0A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2" creationId="{135567CE-8C26-182C-C0C2-72A8C3360FF7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4" creationId="{609E7428-1FC2-C51E-6104-E4EA07DAF569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5" creationId="{884DF602-458C-581B-0445-6558DD9A7B26}"/>
          </ac:spMkLst>
        </pc:sp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2" creationId="{4F79703D-27FB-FEB1-1935-8C0D72C4C8E1}"/>
          </ac:picMkLst>
        </pc:pic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4" creationId="{31F37290-7350-D43D-9963-4F68F2E3D233}"/>
          </ac:picMkLst>
        </pc:pic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8" creationId="{268081C5-8A48-27D4-A858-889F5B05A136}"/>
          </ac:picMkLst>
        </pc:pic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12" creationId="{204159DB-BAB8-03DB-8CAC-D3C200DFD5AF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15" creationId="{8201D374-CF44-55FC-2EB5-C3E0F11503AD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16" creationId="{20AB5D3C-EEAF-DD8B-E0FE-7BEA0C95AC48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20" creationId="{266CFD1D-0498-59E8-7C30-EBC5A7B99AEB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23" creationId="{E00F06D1-D1EB-AA42-6287-A19990354503}"/>
          </ac:picMkLst>
        </pc:picChg>
        <pc:picChg chg="add mod">
          <ac:chgData name="Spada, Riccardo" userId="994b86d3-29b4-4300-9fb1-4380a0094f38" providerId="ADAL" clId="{23F37D3C-81E2-4E32-A2D9-B58E3080AC83}" dt="2025-08-19T12:08:28.357" v="1792" actId="1076"/>
          <ac:picMkLst>
            <pc:docMk/>
            <pc:sldMk cId="3784505952" sldId="331"/>
            <ac:picMk id="26" creationId="{C4572564-F114-F3F7-A197-6987C0B1E540}"/>
          </ac:picMkLst>
        </pc:picChg>
      </pc:sldChg>
      <pc:sldChg chg="del">
        <pc:chgData name="Spada, Riccardo" userId="994b86d3-29b4-4300-9fb1-4380a0094f38" providerId="ADAL" clId="{23F37D3C-81E2-4E32-A2D9-B58E3080AC83}" dt="2025-08-11T14:10:10.561" v="124" actId="2696"/>
        <pc:sldMkLst>
          <pc:docMk/>
          <pc:sldMk cId="1198221945" sldId="334"/>
        </pc:sldMkLst>
      </pc:sldChg>
      <pc:sldChg chg="del">
        <pc:chgData name="Spada, Riccardo" userId="994b86d3-29b4-4300-9fb1-4380a0094f38" providerId="ADAL" clId="{23F37D3C-81E2-4E32-A2D9-B58E3080AC83}" dt="2025-08-14T09:26:43.850" v="440" actId="47"/>
        <pc:sldMkLst>
          <pc:docMk/>
          <pc:sldMk cId="4130254997" sldId="338"/>
        </pc:sldMkLst>
      </pc:sldChg>
      <pc:sldChg chg="del">
        <pc:chgData name="Spada, Riccardo" userId="994b86d3-29b4-4300-9fb1-4380a0094f38" providerId="ADAL" clId="{23F37D3C-81E2-4E32-A2D9-B58E3080AC83}" dt="2025-08-11T14:10:24.953" v="125" actId="2696"/>
        <pc:sldMkLst>
          <pc:docMk/>
          <pc:sldMk cId="465836057" sldId="339"/>
        </pc:sldMkLst>
      </pc:sldChg>
      <pc:sldChg chg="del">
        <pc:chgData name="Spada, Riccardo" userId="994b86d3-29b4-4300-9fb1-4380a0094f38" providerId="ADAL" clId="{23F37D3C-81E2-4E32-A2D9-B58E3080AC83}" dt="2025-08-11T14:10:30.685" v="126" actId="2696"/>
        <pc:sldMkLst>
          <pc:docMk/>
          <pc:sldMk cId="866310751" sldId="341"/>
        </pc:sldMkLst>
      </pc:sldChg>
      <pc:sldChg chg="del">
        <pc:chgData name="Spada, Riccardo" userId="994b86d3-29b4-4300-9fb1-4380a0094f38" providerId="ADAL" clId="{23F37D3C-81E2-4E32-A2D9-B58E3080AC83}" dt="2025-08-14T09:26:50.712" v="444" actId="47"/>
        <pc:sldMkLst>
          <pc:docMk/>
          <pc:sldMk cId="2440634760" sldId="342"/>
        </pc:sldMkLst>
      </pc:sldChg>
      <pc:sldChg chg="modSp del mod ord">
        <pc:chgData name="Spada, Riccardo" userId="994b86d3-29b4-4300-9fb1-4380a0094f38" providerId="ADAL" clId="{23F37D3C-81E2-4E32-A2D9-B58E3080AC83}" dt="2025-08-15T09:06:33.435" v="622" actId="47"/>
        <pc:sldMkLst>
          <pc:docMk/>
          <pc:sldMk cId="4167072988" sldId="343"/>
        </pc:sldMkLst>
        <pc:spChg chg="mod">
          <ac:chgData name="Spada, Riccardo" userId="994b86d3-29b4-4300-9fb1-4380a0094f38" providerId="ADAL" clId="{23F37D3C-81E2-4E32-A2D9-B58E3080AC83}" dt="2025-08-11T14:05:37.121" v="69" actId="14100"/>
          <ac:spMkLst>
            <pc:docMk/>
            <pc:sldMk cId="4167072988" sldId="343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14T07:28:44.053" v="433" actId="11"/>
          <ac:spMkLst>
            <pc:docMk/>
            <pc:sldMk cId="4167072988" sldId="343"/>
            <ac:spMk id="3" creationId="{2B36450F-A8E5-8B7F-1C54-79C081010270}"/>
          </ac:spMkLst>
        </pc:spChg>
      </pc:sldChg>
      <pc:sldChg chg="addSp delSp modSp add del mod">
        <pc:chgData name="Spada, Riccardo" userId="994b86d3-29b4-4300-9fb1-4380a0094f38" providerId="ADAL" clId="{23F37D3C-81E2-4E32-A2D9-B58E3080AC83}" dt="2025-08-19T12:23:25.493" v="1858" actId="47"/>
        <pc:sldMkLst>
          <pc:docMk/>
          <pc:sldMk cId="3665351336" sldId="344"/>
        </pc:sldMkLst>
        <pc:spChg chg="add del">
          <ac:chgData name="Spada, Riccardo" userId="994b86d3-29b4-4300-9fb1-4380a0094f38" providerId="ADAL" clId="{23F37D3C-81E2-4E32-A2D9-B58E3080AC83}" dt="2025-08-14T07:21:52.417" v="361" actId="22"/>
          <ac:spMkLst>
            <pc:docMk/>
            <pc:sldMk cId="3665351336" sldId="344"/>
            <ac:spMk id="4" creationId="{70BE7092-F4D0-EA54-C40A-40D9336BA63A}"/>
          </ac:spMkLst>
        </pc:spChg>
        <pc:spChg chg="mod">
          <ac:chgData name="Spada, Riccardo" userId="994b86d3-29b4-4300-9fb1-4380a0094f38" providerId="ADAL" clId="{23F37D3C-81E2-4E32-A2D9-B58E3080AC83}" dt="2025-08-11T14:03:28.228" v="34" actId="20577"/>
          <ac:spMkLst>
            <pc:docMk/>
            <pc:sldMk cId="3665351336" sldId="344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08:33:37.812" v="1710" actId="113"/>
          <ac:spMkLst>
            <pc:docMk/>
            <pc:sldMk cId="3665351336" sldId="344"/>
            <ac:spMk id="7" creationId="{6817A33D-BCCC-4B72-A80E-AE382D7BAA6B}"/>
          </ac:spMkLst>
        </pc:spChg>
        <pc:spChg chg="add mod">
          <ac:chgData name="Spada, Riccardo" userId="994b86d3-29b4-4300-9fb1-4380a0094f38" providerId="ADAL" clId="{23F37D3C-81E2-4E32-A2D9-B58E3080AC83}" dt="2025-08-19T08:29:45.539" v="1709" actId="20577"/>
          <ac:spMkLst>
            <pc:docMk/>
            <pc:sldMk cId="3665351336" sldId="344"/>
            <ac:spMk id="9" creationId="{B1F825A2-B3DB-FCE3-D630-802FEF66EA21}"/>
          </ac:spMkLst>
        </pc:spChg>
        <pc:graphicFrameChg chg="add mod">
          <ac:chgData name="Spada, Riccardo" userId="994b86d3-29b4-4300-9fb1-4380a0094f38" providerId="ADAL" clId="{23F37D3C-81E2-4E32-A2D9-B58E3080AC83}" dt="2025-08-18T08:29:19.743" v="688" actId="14100"/>
          <ac:graphicFrameMkLst>
            <pc:docMk/>
            <pc:sldMk cId="3665351336" sldId="344"/>
            <ac:graphicFrameMk id="2" creationId="{82584733-7A7E-E8C0-5B0E-69BB59B65F8A}"/>
          </ac:graphicFrameMkLst>
        </pc:graphicFrameChg>
      </pc:sldChg>
      <pc:sldChg chg="addSp delSp modSp add del mod">
        <pc:chgData name="Spada, Riccardo" userId="994b86d3-29b4-4300-9fb1-4380a0094f38" providerId="ADAL" clId="{23F37D3C-81E2-4E32-A2D9-B58E3080AC83}" dt="2025-08-19T12:37:54.484" v="1996" actId="20577"/>
        <pc:sldMkLst>
          <pc:docMk/>
          <pc:sldMk cId="2202150605" sldId="345"/>
        </pc:sldMkLst>
        <pc:spChg chg="add del">
          <ac:chgData name="Spada, Riccardo" userId="994b86d3-29b4-4300-9fb1-4380a0094f38" providerId="ADAL" clId="{23F37D3C-81E2-4E32-A2D9-B58E3080AC83}" dt="2025-08-19T12:33:29.167" v="1908" actId="22"/>
          <ac:spMkLst>
            <pc:docMk/>
            <pc:sldMk cId="2202150605" sldId="345"/>
            <ac:spMk id="3" creationId="{3C83D70D-2ED8-BDB1-7D68-814BC6A96345}"/>
          </ac:spMkLst>
        </pc:spChg>
        <pc:spChg chg="add del mod">
          <ac:chgData name="Spada, Riccardo" userId="994b86d3-29b4-4300-9fb1-4380a0094f38" providerId="ADAL" clId="{23F37D3C-81E2-4E32-A2D9-B58E3080AC83}" dt="2025-08-19T12:36:18.198" v="1961"/>
          <ac:spMkLst>
            <pc:docMk/>
            <pc:sldMk cId="2202150605" sldId="345"/>
            <ac:spMk id="5" creationId="{FA7D1790-7445-FC6B-B9BE-2C88286B1D7E}"/>
          </ac:spMkLst>
        </pc:spChg>
        <pc:spChg chg="mod">
          <ac:chgData name="Spada, Riccardo" userId="994b86d3-29b4-4300-9fb1-4380a0094f38" providerId="ADAL" clId="{23F37D3C-81E2-4E32-A2D9-B58E3080AC83}" dt="2025-08-14T09:28:34.556" v="515" actId="20577"/>
          <ac:spMkLst>
            <pc:docMk/>
            <pc:sldMk cId="2202150605" sldId="345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12:37:54.484" v="1996" actId="20577"/>
          <ac:spMkLst>
            <pc:docMk/>
            <pc:sldMk cId="2202150605" sldId="345"/>
            <ac:spMk id="7" creationId="{6817A33D-BCCC-4B72-A80E-AE382D7BAA6B}"/>
          </ac:spMkLst>
        </pc:spChg>
        <pc:picChg chg="add del mod">
          <ac:chgData name="Spada, Riccardo" userId="994b86d3-29b4-4300-9fb1-4380a0094f38" providerId="ADAL" clId="{23F37D3C-81E2-4E32-A2D9-B58E3080AC83}" dt="2025-08-13T13:43:15.240" v="136" actId="478"/>
          <ac:picMkLst>
            <pc:docMk/>
            <pc:sldMk cId="2202150605" sldId="345"/>
            <ac:picMk id="2" creationId="{86FC8334-5B05-3A3E-E5D9-DC06FE6E3963}"/>
          </ac:picMkLst>
        </pc:picChg>
        <pc:picChg chg="add del mod">
          <ac:chgData name="Spada, Riccardo" userId="994b86d3-29b4-4300-9fb1-4380a0094f38" providerId="ADAL" clId="{23F37D3C-81E2-4E32-A2D9-B58E3080AC83}" dt="2025-08-13T13:42:09.061" v="131" actId="478"/>
          <ac:picMkLst>
            <pc:docMk/>
            <pc:sldMk cId="2202150605" sldId="345"/>
            <ac:picMk id="4" creationId="{B688819A-0D05-EB6A-E9BB-2DA60AD802D2}"/>
          </ac:picMkLst>
        </pc:picChg>
        <pc:picChg chg="add del mod">
          <ac:chgData name="Spada, Riccardo" userId="994b86d3-29b4-4300-9fb1-4380a0094f38" providerId="ADAL" clId="{23F37D3C-81E2-4E32-A2D9-B58E3080AC83}" dt="2025-08-13T13:42:47.221" v="135" actId="478"/>
          <ac:picMkLst>
            <pc:docMk/>
            <pc:sldMk cId="2202150605" sldId="345"/>
            <ac:picMk id="9" creationId="{0663CC57-E348-8872-FF52-EF044EDDD738}"/>
          </ac:picMkLst>
        </pc:picChg>
        <pc:picChg chg="add mod">
          <ac:chgData name="Spada, Riccardo" userId="994b86d3-29b4-4300-9fb1-4380a0094f38" providerId="ADAL" clId="{23F37D3C-81E2-4E32-A2D9-B58E3080AC83}" dt="2025-08-19T08:09:37.037" v="1700" actId="1076"/>
          <ac:picMkLst>
            <pc:docMk/>
            <pc:sldMk cId="2202150605" sldId="345"/>
            <ac:picMk id="11" creationId="{0EB65429-0C01-8D26-7EFE-1546B76E5E62}"/>
          </ac:picMkLst>
        </pc:picChg>
      </pc:sldChg>
      <pc:sldChg chg="modSp add del mod ord">
        <pc:chgData name="Spada, Riccardo" userId="994b86d3-29b4-4300-9fb1-4380a0094f38" providerId="ADAL" clId="{23F37D3C-81E2-4E32-A2D9-B58E3080AC83}" dt="2025-08-14T09:28:22.633" v="501" actId="47"/>
        <pc:sldMkLst>
          <pc:docMk/>
          <pc:sldMk cId="2519647560" sldId="346"/>
        </pc:sldMkLst>
        <pc:spChg chg="mod">
          <ac:chgData name="Spada, Riccardo" userId="994b86d3-29b4-4300-9fb1-4380a0094f38" providerId="ADAL" clId="{23F37D3C-81E2-4E32-A2D9-B58E3080AC83}" dt="2025-08-11T14:07:00.252" v="83"/>
          <ac:spMkLst>
            <pc:docMk/>
            <pc:sldMk cId="2519647560" sldId="346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11T14:07:37" v="96"/>
          <ac:spMkLst>
            <pc:docMk/>
            <pc:sldMk cId="2519647560" sldId="346"/>
            <ac:spMk id="3" creationId="{2B36450F-A8E5-8B7F-1C54-79C081010270}"/>
          </ac:spMkLst>
        </pc:spChg>
      </pc:sldChg>
      <pc:sldChg chg="modSp add del mod">
        <pc:chgData name="Spada, Riccardo" userId="994b86d3-29b4-4300-9fb1-4380a0094f38" providerId="ADAL" clId="{23F37D3C-81E2-4E32-A2D9-B58E3080AC83}" dt="2025-08-14T09:28:39.815" v="516" actId="47"/>
        <pc:sldMkLst>
          <pc:docMk/>
          <pc:sldMk cId="735067702" sldId="347"/>
        </pc:sldMkLst>
        <pc:spChg chg="mod">
          <ac:chgData name="Spada, Riccardo" userId="994b86d3-29b4-4300-9fb1-4380a0094f38" providerId="ADAL" clId="{23F37D3C-81E2-4E32-A2D9-B58E3080AC83}" dt="2025-08-11T14:08:11.665" v="104" actId="6549"/>
          <ac:spMkLst>
            <pc:docMk/>
            <pc:sldMk cId="735067702" sldId="347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11T14:08:19.464" v="105" actId="20577"/>
          <ac:spMkLst>
            <pc:docMk/>
            <pc:sldMk cId="735067702" sldId="347"/>
            <ac:spMk id="3" creationId="{2B36450F-A8E5-8B7F-1C54-79C081010270}"/>
          </ac:spMkLst>
        </pc:spChg>
      </pc:sldChg>
      <pc:sldChg chg="modSp add del mod">
        <pc:chgData name="Spada, Riccardo" userId="994b86d3-29b4-4300-9fb1-4380a0094f38" providerId="ADAL" clId="{23F37D3C-81E2-4E32-A2D9-B58E3080AC83}" dt="2025-08-14T09:29:20.359" v="543" actId="47"/>
        <pc:sldMkLst>
          <pc:docMk/>
          <pc:sldMk cId="3753516726" sldId="348"/>
        </pc:sldMkLst>
        <pc:spChg chg="mod">
          <ac:chgData name="Spada, Riccardo" userId="994b86d3-29b4-4300-9fb1-4380a0094f38" providerId="ADAL" clId="{23F37D3C-81E2-4E32-A2D9-B58E3080AC83}" dt="2025-08-11T14:08:38.222" v="109"/>
          <ac:spMkLst>
            <pc:docMk/>
            <pc:sldMk cId="3753516726" sldId="348"/>
            <ac:spMk id="2" creationId="{CFD6FA43-637B-EF8D-3849-CFD9352B9105}"/>
          </ac:spMkLst>
        </pc:spChg>
      </pc:sldChg>
      <pc:sldChg chg="modSp add del mod">
        <pc:chgData name="Spada, Riccardo" userId="994b86d3-29b4-4300-9fb1-4380a0094f38" providerId="ADAL" clId="{23F37D3C-81E2-4E32-A2D9-B58E3080AC83}" dt="2025-08-22T07:57:46.051" v="2267" actId="14100"/>
        <pc:sldMkLst>
          <pc:docMk/>
          <pc:sldMk cId="1327197874" sldId="349"/>
        </pc:sldMkLst>
        <pc:spChg chg="mod">
          <ac:chgData name="Spada, Riccardo" userId="994b86d3-29b4-4300-9fb1-4380a0094f38" providerId="ADAL" clId="{23F37D3C-81E2-4E32-A2D9-B58E3080AC83}" dt="2025-08-14T09:29:47.252" v="588" actId="6549"/>
          <ac:spMkLst>
            <pc:docMk/>
            <pc:sldMk cId="1327197874" sldId="349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22T07:57:46.051" v="2267" actId="14100"/>
          <ac:spMkLst>
            <pc:docMk/>
            <pc:sldMk cId="1327197874" sldId="349"/>
            <ac:spMk id="3" creationId="{2B36450F-A8E5-8B7F-1C54-79C081010270}"/>
          </ac:spMkLst>
        </pc:spChg>
      </pc:sldChg>
      <pc:sldChg chg="modSp add del mod">
        <pc:chgData name="Spada, Riccardo" userId="994b86d3-29b4-4300-9fb1-4380a0094f38" providerId="ADAL" clId="{23F37D3C-81E2-4E32-A2D9-B58E3080AC83}" dt="2025-08-19T12:32:20.050" v="1906" actId="20577"/>
        <pc:sldMkLst>
          <pc:docMk/>
          <pc:sldMk cId="3203388340" sldId="350"/>
        </pc:sldMkLst>
        <pc:spChg chg="mod">
          <ac:chgData name="Spada, Riccardo" userId="994b86d3-29b4-4300-9fb1-4380a0094f38" providerId="ADAL" clId="{23F37D3C-81E2-4E32-A2D9-B58E3080AC83}" dt="2025-08-19T08:01:04.956" v="1664" actId="20577"/>
          <ac:spMkLst>
            <pc:docMk/>
            <pc:sldMk cId="3203388340" sldId="350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12:32:20.050" v="1906" actId="20577"/>
          <ac:spMkLst>
            <pc:docMk/>
            <pc:sldMk cId="3203388340" sldId="350"/>
            <ac:spMk id="7" creationId="{6817A33D-BCCC-4B72-A80E-AE382D7BAA6B}"/>
          </ac:spMkLst>
        </pc:spChg>
      </pc:sldChg>
      <pc:sldChg chg="addSp delSp modSp add del mod">
        <pc:chgData name="Spada, Riccardo" userId="994b86d3-29b4-4300-9fb1-4380a0094f38" providerId="ADAL" clId="{23F37D3C-81E2-4E32-A2D9-B58E3080AC83}" dt="2025-08-19T12:11:22.393" v="1819" actId="47"/>
        <pc:sldMkLst>
          <pc:docMk/>
          <pc:sldMk cId="286370193" sldId="351"/>
        </pc:sldMkLst>
        <pc:spChg chg="add mod">
          <ac:chgData name="Spada, Riccardo" userId="994b86d3-29b4-4300-9fb1-4380a0094f38" providerId="ADAL" clId="{23F37D3C-81E2-4E32-A2D9-B58E3080AC83}" dt="2025-08-19T08:00:45.730" v="1645" actId="113"/>
          <ac:spMkLst>
            <pc:docMk/>
            <pc:sldMk cId="286370193" sldId="351"/>
            <ac:spMk id="3" creationId="{044A4F9B-A4B1-D770-04D6-9A9DB17E816F}"/>
          </ac:spMkLst>
        </pc:spChg>
        <pc:spChg chg="add del">
          <ac:chgData name="Spada, Riccardo" userId="994b86d3-29b4-4300-9fb1-4380a0094f38" providerId="ADAL" clId="{23F37D3C-81E2-4E32-A2D9-B58E3080AC83}" dt="2025-08-15T09:05:55.559" v="616" actId="22"/>
          <ac:spMkLst>
            <pc:docMk/>
            <pc:sldMk cId="286370193" sldId="351"/>
            <ac:spMk id="3" creationId="{5247435D-64E8-0434-25A3-1D872C6C8EF9}"/>
          </ac:spMkLst>
        </pc:spChg>
        <pc:spChg chg="add del mod">
          <ac:chgData name="Spada, Riccardo" userId="994b86d3-29b4-4300-9fb1-4380a0094f38" providerId="ADAL" clId="{23F37D3C-81E2-4E32-A2D9-B58E3080AC83}" dt="2025-08-18T08:32:31.119" v="729" actId="478"/>
          <ac:spMkLst>
            <pc:docMk/>
            <pc:sldMk cId="286370193" sldId="351"/>
            <ac:spMk id="5" creationId="{F01AE24F-5355-9A5E-C104-2A5950733A31}"/>
          </ac:spMkLst>
        </pc:spChg>
        <pc:spChg chg="mod">
          <ac:chgData name="Spada, Riccardo" userId="994b86d3-29b4-4300-9fb1-4380a0094f38" providerId="ADAL" clId="{23F37D3C-81E2-4E32-A2D9-B58E3080AC83}" dt="2025-08-18T08:32:05.025" v="721" actId="20577"/>
          <ac:spMkLst>
            <pc:docMk/>
            <pc:sldMk cId="286370193" sldId="351"/>
            <ac:spMk id="6" creationId="{2D74B639-A9BF-40F4-8F28-4C3D2B4FF6B7}"/>
          </ac:spMkLst>
        </pc:spChg>
        <pc:spChg chg="del mod">
          <ac:chgData name="Spada, Riccardo" userId="994b86d3-29b4-4300-9fb1-4380a0094f38" providerId="ADAL" clId="{23F37D3C-81E2-4E32-A2D9-B58E3080AC83}" dt="2025-08-18T08:31:58.891" v="711" actId="478"/>
          <ac:spMkLst>
            <pc:docMk/>
            <pc:sldMk cId="286370193" sldId="351"/>
            <ac:spMk id="7" creationId="{6817A33D-BCCC-4B72-A80E-AE382D7BAA6B}"/>
          </ac:spMkLst>
        </pc:spChg>
        <pc:spChg chg="add del mod">
          <ac:chgData name="Spada, Riccardo" userId="994b86d3-29b4-4300-9fb1-4380a0094f38" providerId="ADAL" clId="{23F37D3C-81E2-4E32-A2D9-B58E3080AC83}" dt="2025-08-18T08:32:32.493" v="730" actId="478"/>
          <ac:spMkLst>
            <pc:docMk/>
            <pc:sldMk cId="286370193" sldId="351"/>
            <ac:spMk id="9" creationId="{130B47B3-A644-034D-A698-66A40E230D53}"/>
          </ac:spMkLst>
        </pc:spChg>
        <pc:spChg chg="del">
          <ac:chgData name="Spada, Riccardo" userId="994b86d3-29b4-4300-9fb1-4380a0094f38" providerId="ADAL" clId="{23F37D3C-81E2-4E32-A2D9-B58E3080AC83}" dt="2025-08-14T07:24:40.388" v="387" actId="478"/>
          <ac:spMkLst>
            <pc:docMk/>
            <pc:sldMk cId="286370193" sldId="351"/>
            <ac:spMk id="9" creationId="{B1F825A2-B3DB-FCE3-D630-802FEF66EA21}"/>
          </ac:spMkLst>
        </pc:spChg>
        <pc:graphicFrameChg chg="del">
          <ac:chgData name="Spada, Riccardo" userId="994b86d3-29b4-4300-9fb1-4380a0094f38" providerId="ADAL" clId="{23F37D3C-81E2-4E32-A2D9-B58E3080AC83}" dt="2025-08-14T07:24:37.295" v="386" actId="478"/>
          <ac:graphicFrameMkLst>
            <pc:docMk/>
            <pc:sldMk cId="286370193" sldId="351"/>
            <ac:graphicFrameMk id="2" creationId="{82584733-7A7E-E8C0-5B0E-69BB59B65F8A}"/>
          </ac:graphicFrameMkLst>
        </pc:graphicFrameChg>
      </pc:sldChg>
      <pc:sldChg chg="addSp delSp modSp add del mod ord">
        <pc:chgData name="Spada, Riccardo" userId="994b86d3-29b4-4300-9fb1-4380a0094f38" providerId="ADAL" clId="{23F37D3C-81E2-4E32-A2D9-B58E3080AC83}" dt="2025-08-19T12:23:25.493" v="1858" actId="47"/>
        <pc:sldMkLst>
          <pc:docMk/>
          <pc:sldMk cId="2216517139" sldId="352"/>
        </pc:sldMkLst>
        <pc:spChg chg="add del">
          <ac:chgData name="Spada, Riccardo" userId="994b86d3-29b4-4300-9fb1-4380a0094f38" providerId="ADAL" clId="{23F37D3C-81E2-4E32-A2D9-B58E3080AC83}" dt="2025-08-18T13:02:35.642" v="887" actId="22"/>
          <ac:spMkLst>
            <pc:docMk/>
            <pc:sldMk cId="2216517139" sldId="352"/>
            <ac:spMk id="4" creationId="{0FC8CEF0-3AF7-269A-B6F2-55FCE82F2810}"/>
          </ac:spMkLst>
        </pc:spChg>
        <pc:spChg chg="add del mod">
          <ac:chgData name="Spada, Riccardo" userId="994b86d3-29b4-4300-9fb1-4380a0094f38" providerId="ADAL" clId="{23F37D3C-81E2-4E32-A2D9-B58E3080AC83}" dt="2025-08-19T12:18:43.970" v="1823" actId="478"/>
          <ac:spMkLst>
            <pc:docMk/>
            <pc:sldMk cId="2216517139" sldId="352"/>
            <ac:spMk id="4" creationId="{9CFC3AE0-94A8-CFED-B52D-3802C951666C}"/>
          </ac:spMkLst>
        </pc:spChg>
        <pc:spChg chg="mod">
          <ac:chgData name="Spada, Riccardo" userId="994b86d3-29b4-4300-9fb1-4380a0094f38" providerId="ADAL" clId="{23F37D3C-81E2-4E32-A2D9-B58E3080AC83}" dt="2025-08-14T09:29:07.555" v="541" actId="20577"/>
          <ac:spMkLst>
            <pc:docMk/>
            <pc:sldMk cId="2216517139" sldId="352"/>
            <ac:spMk id="6" creationId="{2D74B639-A9BF-40F4-8F28-4C3D2B4FF6B7}"/>
          </ac:spMkLst>
        </pc:spChg>
        <pc:spChg chg="del mod">
          <ac:chgData name="Spada, Riccardo" userId="994b86d3-29b4-4300-9fb1-4380a0094f38" providerId="ADAL" clId="{23F37D3C-81E2-4E32-A2D9-B58E3080AC83}" dt="2025-08-18T10:00:27.860" v="824"/>
          <ac:spMkLst>
            <pc:docMk/>
            <pc:sldMk cId="2216517139" sldId="352"/>
            <ac:spMk id="7" creationId="{6817A33D-BCCC-4B72-A80E-AE382D7BAA6B}"/>
          </ac:spMkLst>
        </pc:spChg>
        <pc:spChg chg="add mod">
          <ac:chgData name="Spada, Riccardo" userId="994b86d3-29b4-4300-9fb1-4380a0094f38" providerId="ADAL" clId="{23F37D3C-81E2-4E32-A2D9-B58E3080AC83}" dt="2025-08-18T13:09:40.588" v="1056" actId="14100"/>
          <ac:spMkLst>
            <pc:docMk/>
            <pc:sldMk cId="2216517139" sldId="352"/>
            <ac:spMk id="9" creationId="{33E1DA49-A71F-0DBF-5D5E-3500B4687A2A}"/>
          </ac:spMkLst>
        </pc:spChg>
        <pc:spChg chg="add mod">
          <ac:chgData name="Spada, Riccardo" userId="994b86d3-29b4-4300-9fb1-4380a0094f38" providerId="ADAL" clId="{23F37D3C-81E2-4E32-A2D9-B58E3080AC83}" dt="2025-08-18T13:10:37.839" v="1071" actId="14100"/>
          <ac:spMkLst>
            <pc:docMk/>
            <pc:sldMk cId="2216517139" sldId="352"/>
            <ac:spMk id="11" creationId="{21E633D7-16D3-F7EF-2F5A-ACCC86901547}"/>
          </ac:spMkLst>
        </pc:spChg>
        <pc:graphicFrameChg chg="add del mod modGraphic">
          <ac:chgData name="Spada, Riccardo" userId="994b86d3-29b4-4300-9fb1-4380a0094f38" providerId="ADAL" clId="{23F37D3C-81E2-4E32-A2D9-B58E3080AC83}" dt="2025-08-19T12:18:39.637" v="1822" actId="21"/>
          <ac:graphicFrameMkLst>
            <pc:docMk/>
            <pc:sldMk cId="2216517139" sldId="352"/>
            <ac:graphicFrameMk id="2" creationId="{23CDEB6D-2E6B-F5E5-D051-FAC3DCD47093}"/>
          </ac:graphicFrameMkLst>
        </pc:graphicFrameChg>
        <pc:picChg chg="del">
          <ac:chgData name="Spada, Riccardo" userId="994b86d3-29b4-4300-9fb1-4380a0094f38" providerId="ADAL" clId="{23F37D3C-81E2-4E32-A2D9-B58E3080AC83}" dt="2025-08-15T09:46:57.387" v="676" actId="478"/>
          <ac:picMkLst>
            <pc:docMk/>
            <pc:sldMk cId="2216517139" sldId="352"/>
            <ac:picMk id="11" creationId="{0EB65429-0C01-8D26-7EFE-1546B76E5E62}"/>
          </ac:picMkLst>
        </pc:picChg>
      </pc:sldChg>
      <pc:sldChg chg="add del">
        <pc:chgData name="Spada, Riccardo" userId="994b86d3-29b4-4300-9fb1-4380a0094f38" providerId="ADAL" clId="{23F37D3C-81E2-4E32-A2D9-B58E3080AC83}" dt="2025-08-14T09:28:00.737" v="499" actId="47"/>
        <pc:sldMkLst>
          <pc:docMk/>
          <pc:sldMk cId="2357073447" sldId="352"/>
        </pc:sldMkLst>
      </pc:sldChg>
      <pc:sldChg chg="addSp delSp modSp add del mod">
        <pc:chgData name="Spada, Riccardo" userId="994b86d3-29b4-4300-9fb1-4380a0094f38" providerId="ADAL" clId="{23F37D3C-81E2-4E32-A2D9-B58E3080AC83}" dt="2025-08-22T08:00:20.955" v="2275"/>
        <pc:sldMkLst>
          <pc:docMk/>
          <pc:sldMk cId="3594915197" sldId="353"/>
        </pc:sldMkLst>
        <pc:spChg chg="mod">
          <ac:chgData name="Spada, Riccardo" userId="994b86d3-29b4-4300-9fb1-4380a0094f38" providerId="ADAL" clId="{23F37D3C-81E2-4E32-A2D9-B58E3080AC83}" dt="2025-08-14T09:29:31.620" v="569" actId="20577"/>
          <ac:spMkLst>
            <pc:docMk/>
            <pc:sldMk cId="3594915197" sldId="353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12:29:00.955" v="1870" actId="2710"/>
          <ac:spMkLst>
            <pc:docMk/>
            <pc:sldMk cId="3594915197" sldId="353"/>
            <ac:spMk id="7" creationId="{6817A33D-BCCC-4B72-A80E-AE382D7BAA6B}"/>
          </ac:spMkLst>
        </pc:spChg>
        <pc:spChg chg="del">
          <ac:chgData name="Spada, Riccardo" userId="994b86d3-29b4-4300-9fb1-4380a0094f38" providerId="ADAL" clId="{23F37D3C-81E2-4E32-A2D9-B58E3080AC83}" dt="2025-08-19T12:28:30.006" v="1863" actId="478"/>
          <ac:spMkLst>
            <pc:docMk/>
            <pc:sldMk cId="3594915197" sldId="353"/>
            <ac:spMk id="8" creationId="{25161E1B-05C5-446A-84CA-3CA2C76892F9}"/>
          </ac:spMkLst>
        </pc:spChg>
        <pc:graphicFrameChg chg="add mod modGraphic">
          <ac:chgData name="Spada, Riccardo" userId="994b86d3-29b4-4300-9fb1-4380a0094f38" providerId="ADAL" clId="{23F37D3C-81E2-4E32-A2D9-B58E3080AC83}" dt="2025-08-22T08:00:20.955" v="2275"/>
          <ac:graphicFrameMkLst>
            <pc:docMk/>
            <pc:sldMk cId="3594915197" sldId="353"/>
            <ac:graphicFrameMk id="2" creationId="{5C003948-B3F3-8523-337B-FB0393A144AD}"/>
          </ac:graphicFrameMkLst>
        </pc:graphicFrameChg>
        <pc:picChg chg="del mod">
          <ac:chgData name="Spada, Riccardo" userId="994b86d3-29b4-4300-9fb1-4380a0094f38" providerId="ADAL" clId="{23F37D3C-81E2-4E32-A2D9-B58E3080AC83}" dt="2025-08-15T09:47:04.156" v="679" actId="478"/>
          <ac:picMkLst>
            <pc:docMk/>
            <pc:sldMk cId="3594915197" sldId="353"/>
            <ac:picMk id="11" creationId="{0EB65429-0C01-8D26-7EFE-1546B76E5E62}"/>
          </ac:picMkLst>
        </pc:picChg>
      </pc:sldChg>
      <pc:sldChg chg="addSp delSp modSp add del mod ord setBg">
        <pc:chgData name="Spada, Riccardo" userId="994b86d3-29b4-4300-9fb1-4380a0094f38" providerId="ADAL" clId="{23F37D3C-81E2-4E32-A2D9-B58E3080AC83}" dt="2025-08-19T12:23:26.864" v="1859" actId="47"/>
        <pc:sldMkLst>
          <pc:docMk/>
          <pc:sldMk cId="385893503" sldId="379"/>
        </pc:sldMkLst>
        <pc:spChg chg="add del">
          <ac:chgData name="Spada, Riccardo" userId="994b86d3-29b4-4300-9fb1-4380a0094f38" providerId="ADAL" clId="{23F37D3C-81E2-4E32-A2D9-B58E3080AC83}" dt="2025-08-19T12:10:07.014" v="1812" actId="22"/>
          <ac:spMkLst>
            <pc:docMk/>
            <pc:sldMk cId="385893503" sldId="379"/>
            <ac:spMk id="6" creationId="{037F96DE-FBF1-2B70-607B-1D3F9F67150F}"/>
          </ac:spMkLst>
        </pc:spChg>
        <pc:spChg chg="add del mod">
          <ac:chgData name="Spada, Riccardo" userId="994b86d3-29b4-4300-9fb1-4380a0094f38" providerId="ADAL" clId="{23F37D3C-81E2-4E32-A2D9-B58E3080AC83}" dt="2025-08-19T12:10:16.452" v="1815" actId="478"/>
          <ac:spMkLst>
            <pc:docMk/>
            <pc:sldMk cId="385893503" sldId="379"/>
            <ac:spMk id="13" creationId="{D7C3FE7D-1803-5650-36EC-6E87392DE764}"/>
          </ac:spMkLst>
        </pc:spChg>
      </pc:sldChg>
      <pc:sldChg chg="addSp delSp modSp add del mod delAnim">
        <pc:chgData name="Spada, Riccardo" userId="994b86d3-29b4-4300-9fb1-4380a0094f38" providerId="ADAL" clId="{23F37D3C-81E2-4E32-A2D9-B58E3080AC83}" dt="2025-08-19T12:23:25.493" v="1858" actId="47"/>
        <pc:sldMkLst>
          <pc:docMk/>
          <pc:sldMk cId="1330531224" sldId="385"/>
        </pc:sldMkLst>
        <pc:spChg chg="add del mod">
          <ac:chgData name="Spada, Riccardo" userId="994b86d3-29b4-4300-9fb1-4380a0094f38" providerId="ADAL" clId="{23F37D3C-81E2-4E32-A2D9-B58E3080AC83}" dt="2025-08-19T12:08:39.805" v="1794" actId="478"/>
          <ac:spMkLst>
            <pc:docMk/>
            <pc:sldMk cId="1330531224" sldId="385"/>
            <ac:spMk id="3" creationId="{689F7D68-B90C-A425-94A1-26E009B600D3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8" creationId="{1D5EE7CB-C507-22B0-55BE-E5C9477AFF32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9" creationId="{16EE95E4-9C97-37FA-816F-25CA25E05747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0" creationId="{FF8CAC65-C3A1-37D4-F137-C499D03F5D59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1" creationId="{547A9C51-299A-D055-D30E-3BD5633840B7}"/>
          </ac:spMkLst>
        </pc:spChg>
        <pc:spChg chg="del mod">
          <ac:chgData name="Spada, Riccardo" userId="994b86d3-29b4-4300-9fb1-4380a0094f38" providerId="ADAL" clId="{23F37D3C-81E2-4E32-A2D9-B58E3080AC83}" dt="2025-08-19T12:08:55.149" v="1797" actId="478"/>
          <ac:spMkLst>
            <pc:docMk/>
            <pc:sldMk cId="1330531224" sldId="385"/>
            <ac:spMk id="12" creationId="{540B7000-35D8-2A03-B560-8CB3073A084E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5" creationId="{826F2997-5927-C48B-DB03-E247856B07E8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6" creationId="{01E03658-6142-0FA5-17FD-141D7FE3F47B}"/>
          </ac:spMkLst>
        </pc:spChg>
        <pc:spChg chg="add del">
          <ac:chgData name="Spada, Riccardo" userId="994b86d3-29b4-4300-9fb1-4380a0094f38" providerId="ADAL" clId="{23F37D3C-81E2-4E32-A2D9-B58E3080AC83}" dt="2025-08-19T12:09:14.538" v="1802" actId="22"/>
          <ac:spMkLst>
            <pc:docMk/>
            <pc:sldMk cId="1330531224" sldId="385"/>
            <ac:spMk id="18" creationId="{E5236F54-2B5C-6770-8ADE-E6713998F4A0}"/>
          </ac:spMkLst>
        </pc:spChg>
        <pc:spChg chg="add mod">
          <ac:chgData name="Spada, Riccardo" userId="994b86d3-29b4-4300-9fb1-4380a0094f38" providerId="ADAL" clId="{23F37D3C-81E2-4E32-A2D9-B58E3080AC83}" dt="2025-08-19T12:09:22.701" v="1805" actId="1076"/>
          <ac:spMkLst>
            <pc:docMk/>
            <pc:sldMk cId="1330531224" sldId="385"/>
            <ac:spMk id="20" creationId="{9754A109-F731-F88C-3BC2-FEC0AC9FA620}"/>
          </ac:spMkLst>
        </pc:spChg>
        <pc:spChg chg="add mod">
          <ac:chgData name="Spada, Riccardo" userId="994b86d3-29b4-4300-9fb1-4380a0094f38" providerId="ADAL" clId="{23F37D3C-81E2-4E32-A2D9-B58E3080AC83}" dt="2025-08-19T12:09:42.709" v="1810" actId="20577"/>
          <ac:spMkLst>
            <pc:docMk/>
            <pc:sldMk cId="1330531224" sldId="385"/>
            <ac:spMk id="21" creationId="{9D5C48EF-7DEA-F3D1-9B76-D874285C58F1}"/>
          </ac:spMkLst>
        </pc:sp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4" creationId="{E22AE9BB-81BE-BFD8-6FFC-C9CE59405B50}"/>
          </ac:picMkLst>
        </pc:pic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5" creationId="{3EE51138-E6A5-09BB-3D17-63909F04785D}"/>
          </ac:picMkLst>
        </pc:pic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6" creationId="{504E9AB7-D65F-4E17-40DB-DF676F0085A2}"/>
          </ac:picMkLst>
        </pc:picChg>
        <pc:picChg chg="add mod">
          <ac:chgData name="Spada, Riccardo" userId="994b86d3-29b4-4300-9fb1-4380a0094f38" providerId="ADAL" clId="{23F37D3C-81E2-4E32-A2D9-B58E3080AC83}" dt="2025-08-19T12:08:56.660" v="1798"/>
          <ac:picMkLst>
            <pc:docMk/>
            <pc:sldMk cId="1330531224" sldId="385"/>
            <ac:picMk id="13" creationId="{B840B081-9833-C59F-7A53-9095EC1A5E69}"/>
          </ac:picMkLst>
        </pc:pic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14" creationId="{ABA4ACE9-8D1A-BD5F-4BE5-35DF8E7F879F}"/>
          </ac:picMkLst>
        </pc:picChg>
      </pc:sldChg>
      <pc:sldChg chg="add del">
        <pc:chgData name="Spada, Riccardo" userId="994b86d3-29b4-4300-9fb1-4380a0094f38" providerId="ADAL" clId="{23F37D3C-81E2-4E32-A2D9-B58E3080AC83}" dt="2025-08-19T12:07:21.922" v="1772"/>
        <pc:sldMkLst>
          <pc:docMk/>
          <pc:sldMk cId="1284653059" sldId="386"/>
        </pc:sldMkLst>
      </pc:sldChg>
      <pc:sldChg chg="add del">
        <pc:chgData name="Spada, Riccardo" userId="994b86d3-29b4-4300-9fb1-4380a0094f38" providerId="ADAL" clId="{23F37D3C-81E2-4E32-A2D9-B58E3080AC83}" dt="2025-08-19T12:07:35.389" v="1774"/>
        <pc:sldMkLst>
          <pc:docMk/>
          <pc:sldMk cId="2906305960" sldId="386"/>
        </pc:sldMkLst>
      </pc:sldChg>
      <pc:sldChg chg="add del">
        <pc:chgData name="Spada, Riccardo" userId="994b86d3-29b4-4300-9fb1-4380a0094f38" providerId="ADAL" clId="{23F37D3C-81E2-4E32-A2D9-B58E3080AC83}" dt="2025-08-19T12:23:25.493" v="1858" actId="47"/>
        <pc:sldMkLst>
          <pc:docMk/>
          <pc:sldMk cId="4005340468" sldId="386"/>
        </pc:sldMkLst>
      </pc:sldChg>
      <pc:sldChg chg="addSp delSp modSp add del mod ord">
        <pc:chgData name="Spada, Riccardo" userId="994b86d3-29b4-4300-9fb1-4380a0094f38" providerId="ADAL" clId="{23F37D3C-81E2-4E32-A2D9-B58E3080AC83}" dt="2025-08-22T08:01:34.580" v="2287" actId="404"/>
        <pc:sldMkLst>
          <pc:docMk/>
          <pc:sldMk cId="215262216" sldId="438"/>
        </pc:sldMkLst>
        <pc:spChg chg="add mod">
          <ac:chgData name="Spada, Riccardo" userId="994b86d3-29b4-4300-9fb1-4380a0094f38" providerId="ADAL" clId="{23F37D3C-81E2-4E32-A2D9-B58E3080AC83}" dt="2025-08-19T12:52:44.054" v="2070" actId="1076"/>
          <ac:spMkLst>
            <pc:docMk/>
            <pc:sldMk cId="215262216" sldId="438"/>
            <ac:spMk id="2" creationId="{6F3199B6-ECCC-183A-2D8F-4A117542927A}"/>
          </ac:spMkLst>
        </pc:spChg>
        <pc:spChg chg="add del mod">
          <ac:chgData name="Spada, Riccardo" userId="994b86d3-29b4-4300-9fb1-4380a0094f38" providerId="ADAL" clId="{23F37D3C-81E2-4E32-A2D9-B58E3080AC83}" dt="2025-08-19T12:40:58.104" v="2029" actId="478"/>
          <ac:spMkLst>
            <pc:docMk/>
            <pc:sldMk cId="215262216" sldId="438"/>
            <ac:spMk id="5" creationId="{D6A21974-1352-9906-1B16-9D43C393AC88}"/>
          </ac:spMkLst>
        </pc:spChg>
        <pc:spChg chg="add mod">
          <ac:chgData name="Spada, Riccardo" userId="994b86d3-29b4-4300-9fb1-4380a0094f38" providerId="ADAL" clId="{23F37D3C-81E2-4E32-A2D9-B58E3080AC83}" dt="2025-08-22T08:01:34.580" v="2287" actId="404"/>
          <ac:spMkLst>
            <pc:docMk/>
            <pc:sldMk cId="215262216" sldId="438"/>
            <ac:spMk id="7" creationId="{FF9DFEF3-5F1F-909F-3782-B9872F5F400D}"/>
          </ac:spMkLst>
        </pc:spChg>
      </pc:sldChg>
      <pc:sldChg chg="add del">
        <pc:chgData name="Spada, Riccardo" userId="994b86d3-29b4-4300-9fb1-4380a0094f38" providerId="ADAL" clId="{23F37D3C-81E2-4E32-A2D9-B58E3080AC83}" dt="2025-08-19T12:21:57.733" v="1853" actId="47"/>
        <pc:sldMkLst>
          <pc:docMk/>
          <pc:sldMk cId="420541097" sldId="448"/>
        </pc:sldMkLst>
      </pc:sldChg>
      <pc:sldMasterChg chg="addSldLayout delSldLayout">
        <pc:chgData name="Spada, Riccardo" userId="994b86d3-29b4-4300-9fb1-4380a0094f38" providerId="ADAL" clId="{23F37D3C-81E2-4E32-A2D9-B58E3080AC83}" dt="2025-08-19T12:23:26.864" v="1859" actId="47"/>
        <pc:sldMasterMkLst>
          <pc:docMk/>
          <pc:sldMasterMk cId="2464305198" sldId="2147483648"/>
        </pc:sldMasterMkLst>
        <pc:sldLayoutChg chg="add del">
          <pc:chgData name="Spada, Riccardo" userId="994b86d3-29b4-4300-9fb1-4380a0094f38" providerId="ADAL" clId="{23F37D3C-81E2-4E32-A2D9-B58E3080AC83}" dt="2025-08-19T12:23:26.864" v="1859" actId="47"/>
          <pc:sldLayoutMkLst>
            <pc:docMk/>
            <pc:sldMasterMk cId="2464305198" sldId="2147483648"/>
            <pc:sldLayoutMk cId="2317101022" sldId="2147483687"/>
          </pc:sldLayoutMkLst>
        </pc:sldLayoutChg>
        <pc:sldLayoutChg chg="add del">
          <pc:chgData name="Spada, Riccardo" userId="994b86d3-29b4-4300-9fb1-4380a0094f38" providerId="ADAL" clId="{23F37D3C-81E2-4E32-A2D9-B58E3080AC83}" dt="2025-08-19T12:23:25.493" v="1858" actId="47"/>
          <pc:sldLayoutMkLst>
            <pc:docMk/>
            <pc:sldMasterMk cId="2464305198" sldId="2147483648"/>
            <pc:sldLayoutMk cId="1955268582" sldId="2147483688"/>
          </pc:sldLayoutMkLst>
        </pc:sldLayoutChg>
        <pc:sldLayoutChg chg="del">
          <pc:chgData name="Spada, Riccardo" userId="994b86d3-29b4-4300-9fb1-4380a0094f38" providerId="ADAL" clId="{23F37D3C-81E2-4E32-A2D9-B58E3080AC83}" dt="2025-08-19T12:21:40.449" v="1851" actId="47"/>
          <pc:sldLayoutMkLst>
            <pc:docMk/>
            <pc:sldMasterMk cId="2464305198" sldId="2147483648"/>
            <pc:sldLayoutMk cId="29901241" sldId="2147483689"/>
          </pc:sldLayoutMkLst>
        </pc:sldLayoutChg>
        <pc:sldLayoutChg chg="del">
          <pc:chgData name="Spada, Riccardo" userId="994b86d3-29b4-4300-9fb1-4380a0094f38" providerId="ADAL" clId="{23F37D3C-81E2-4E32-A2D9-B58E3080AC83}" dt="2025-08-19T12:21:57.733" v="1853" actId="47"/>
          <pc:sldLayoutMkLst>
            <pc:docMk/>
            <pc:sldMasterMk cId="2464305198" sldId="2147483648"/>
            <pc:sldLayoutMk cId="312794244" sldId="2147483689"/>
          </pc:sldLayoutMkLst>
        </pc:sldLayoutChg>
        <pc:sldLayoutChg chg="del">
          <pc:chgData name="Spada, Riccardo" userId="994b86d3-29b4-4300-9fb1-4380a0094f38" providerId="ADAL" clId="{23F37D3C-81E2-4E32-A2D9-B58E3080AC83}" dt="2025-08-19T12:11:20.249" v="1818" actId="47"/>
          <pc:sldLayoutMkLst>
            <pc:docMk/>
            <pc:sldMasterMk cId="2464305198" sldId="2147483648"/>
            <pc:sldLayoutMk cId="2378309573" sldId="2147483689"/>
          </pc:sldLayoutMkLst>
        </pc:sldLayoutChg>
      </pc:sldMasterChg>
    </pc:docChg>
  </pc:docChgLst>
  <pc:docChgLst>
    <pc:chgData name="Spada, Riccardo" userId="S::riccardo.spada@wur.nl::994b86d3-29b4-4300-9fb1-4380a0094f38" providerId="AD" clId="Web-{53EB2F21-E3BF-92A1-C980-4A14211D6CD5}"/>
    <pc:docChg chg="addSld">
      <pc:chgData name="Spada, Riccardo" userId="S::riccardo.spada@wur.nl::994b86d3-29b4-4300-9fb1-4380a0094f38" providerId="AD" clId="Web-{53EB2F21-E3BF-92A1-C980-4A14211D6CD5}" dt="2025-08-11T13:44:05.691" v="0"/>
      <pc:docMkLst>
        <pc:docMk/>
      </pc:docMkLst>
      <pc:sldChg chg="add replId">
        <pc:chgData name="Spada, Riccardo" userId="S::riccardo.spada@wur.nl::994b86d3-29b4-4300-9fb1-4380a0094f38" providerId="AD" clId="Web-{53EB2F21-E3BF-92A1-C980-4A14211D6CD5}" dt="2025-08-11T13:44:05.691" v="0"/>
        <pc:sldMkLst>
          <pc:docMk/>
          <pc:sldMk cId="470230899" sldId="345"/>
        </pc:sldMkLst>
      </pc:sldChg>
    </pc:docChg>
  </pc:docChgLst>
  <pc:docChgLst>
    <pc:chgData name="Spada, Riccardo" userId="994b86d3-29b4-4300-9fb1-4380a0094f38" providerId="ADAL" clId="{782636F8-4BDD-4D98-A640-59F8FB172501}"/>
    <pc:docChg chg="undo redo custSel modSld">
      <pc:chgData name="Spada, Riccardo" userId="994b86d3-29b4-4300-9fb1-4380a0094f38" providerId="ADAL" clId="{782636F8-4BDD-4D98-A640-59F8FB172501}" dt="2026-01-13T04:38:19.485" v="19"/>
      <pc:docMkLst>
        <pc:docMk/>
      </pc:docMkLst>
      <pc:sldChg chg="modSp mod">
        <pc:chgData name="Spada, Riccardo" userId="994b86d3-29b4-4300-9fb1-4380a0094f38" providerId="ADAL" clId="{782636F8-4BDD-4D98-A640-59F8FB172501}" dt="2026-01-13T04:38:19.485" v="19"/>
        <pc:sldMkLst>
          <pc:docMk/>
          <pc:sldMk cId="3421401082" sldId="314"/>
        </pc:sldMkLst>
        <pc:spChg chg="mod">
          <ac:chgData name="Spada, Riccardo" userId="994b86d3-29b4-4300-9fb1-4380a0094f38" providerId="ADAL" clId="{782636F8-4BDD-4D98-A640-59F8FB172501}" dt="2026-01-13T04:38:19.485" v="19"/>
          <ac:spMkLst>
            <pc:docMk/>
            <pc:sldMk cId="3421401082" sldId="314"/>
            <ac:spMk id="2" creationId="{008315D2-7F57-AF2A-38D7-558098789073}"/>
          </ac:spMkLst>
        </pc:spChg>
        <pc:spChg chg="mod">
          <ac:chgData name="Spada, Riccardo" userId="994b86d3-29b4-4300-9fb1-4380a0094f38" providerId="ADAL" clId="{782636F8-4BDD-4D98-A640-59F8FB172501}" dt="2026-01-13T04:38:18.962" v="18" actId="20577"/>
          <ac:spMkLst>
            <pc:docMk/>
            <pc:sldMk cId="3421401082" sldId="314"/>
            <ac:spMk id="4" creationId="{896A0041-7DFC-21DE-B679-8C78AF683CEE}"/>
          </ac:spMkLst>
        </pc:spChg>
      </pc:sldChg>
    </pc:docChg>
  </pc:docChgLst>
  <pc:docChgLst>
    <pc:chgData name="Spada, Riccardo" userId="S::riccardo.spada@wur.nl::994b86d3-29b4-4300-9fb1-4380a0094f38" providerId="AD" clId="Web-{55ABB764-0BB0-60D0-DE92-AF4723C37FAA}"/>
    <pc:docChg chg="modSld">
      <pc:chgData name="Spada, Riccardo" userId="S::riccardo.spada@wur.nl::994b86d3-29b4-4300-9fb1-4380a0094f38" providerId="AD" clId="Web-{55ABB764-0BB0-60D0-DE92-AF4723C37FAA}" dt="2025-08-11T13:42:51.800" v="0"/>
      <pc:docMkLst>
        <pc:docMk/>
      </pc:docMkLst>
      <pc:sldChg chg="delSp">
        <pc:chgData name="Spada, Riccardo" userId="S::riccardo.spada@wur.nl::994b86d3-29b4-4300-9fb1-4380a0094f38" providerId="AD" clId="Web-{55ABB764-0BB0-60D0-DE92-AF4723C37FAA}" dt="2025-08-11T13:42:51.800" v="0"/>
        <pc:sldMkLst>
          <pc:docMk/>
          <pc:sldMk cId="3665351336" sldId="344"/>
        </pc:sldMkLst>
        <pc:graphicFrameChg chg="del">
          <ac:chgData name="Spada, Riccardo" userId="S::riccardo.spada@wur.nl::994b86d3-29b4-4300-9fb1-4380a0094f38" providerId="AD" clId="Web-{55ABB764-0BB0-60D0-DE92-AF4723C37FAA}" dt="2025-08-11T13:42:51.800" v="0"/>
          <ac:graphicFrameMkLst>
            <pc:docMk/>
            <pc:sldMk cId="3665351336" sldId="344"/>
            <ac:graphicFrameMk id="3" creationId="{94E4F570-D38C-DF4F-F373-5340345220C1}"/>
          </ac:graphicFrameMkLst>
        </pc:graphicFrameChg>
      </pc:sldChg>
    </pc:docChg>
  </pc:docChgLst>
  <pc:docChgLst>
    <pc:chgData name="Spada, Riccardo" userId="994b86d3-29b4-4300-9fb1-4380a0094f38" providerId="ADAL" clId="{06CCC169-DF30-4EDF-969F-6A7622CD10E9}"/>
    <pc:docChg chg="undo redo custSel addSld delSld modSld sldOrd">
      <pc:chgData name="Spada, Riccardo" userId="994b86d3-29b4-4300-9fb1-4380a0094f38" providerId="ADAL" clId="{06CCC169-DF30-4EDF-969F-6A7622CD10E9}" dt="2025-09-23T13:34:39.862" v="962" actId="20577"/>
      <pc:docMkLst>
        <pc:docMk/>
      </pc:docMkLst>
      <pc:sldChg chg="delSp modSp mod">
        <pc:chgData name="Spada, Riccardo" userId="994b86d3-29b4-4300-9fb1-4380a0094f38" providerId="ADAL" clId="{06CCC169-DF30-4EDF-969F-6A7622CD10E9}" dt="2025-09-23T13:34:39.862" v="962" actId="20577"/>
        <pc:sldMkLst>
          <pc:docMk/>
          <pc:sldMk cId="3421401082" sldId="314"/>
        </pc:sldMkLst>
        <pc:spChg chg="mod">
          <ac:chgData name="Spada, Riccardo" userId="994b86d3-29b4-4300-9fb1-4380a0094f38" providerId="ADAL" clId="{06CCC169-DF30-4EDF-969F-6A7622CD10E9}" dt="2025-09-23T13:34:39.862" v="962" actId="20577"/>
          <ac:spMkLst>
            <pc:docMk/>
            <pc:sldMk cId="3421401082" sldId="314"/>
            <ac:spMk id="2" creationId="{008315D2-7F57-AF2A-38D7-558098789073}"/>
          </ac:spMkLst>
        </pc:spChg>
        <pc:spChg chg="mod">
          <ac:chgData name="Spada, Riccardo" userId="994b86d3-29b4-4300-9fb1-4380a0094f38" providerId="ADAL" clId="{06CCC169-DF30-4EDF-969F-6A7622CD10E9}" dt="2025-09-18T13:39:16.897" v="109" actId="404"/>
          <ac:spMkLst>
            <pc:docMk/>
            <pc:sldMk cId="3421401082" sldId="314"/>
            <ac:spMk id="4" creationId="{896A0041-7DFC-21DE-B679-8C78AF683CEE}"/>
          </ac:spMkLst>
        </pc:spChg>
        <pc:spChg chg="mod">
          <ac:chgData name="Spada, Riccardo" userId="994b86d3-29b4-4300-9fb1-4380a0094f38" providerId="ADAL" clId="{06CCC169-DF30-4EDF-969F-6A7622CD10E9}" dt="2025-09-18T13:31:17.492" v="3" actId="113"/>
          <ac:spMkLst>
            <pc:docMk/>
            <pc:sldMk cId="3421401082" sldId="314"/>
            <ac:spMk id="5" creationId="{0F363EC4-DC12-F532-2444-7BAC41E7DBAB}"/>
          </ac:spMkLst>
        </pc:spChg>
        <pc:picChg chg="del mod">
          <ac:chgData name="Spada, Riccardo" userId="994b86d3-29b4-4300-9fb1-4380a0094f38" providerId="ADAL" clId="{06CCC169-DF30-4EDF-969F-6A7622CD10E9}" dt="2025-09-18T13:31:03.882" v="1" actId="478"/>
          <ac:picMkLst>
            <pc:docMk/>
            <pc:sldMk cId="3421401082" sldId="314"/>
            <ac:picMk id="7" creationId="{E57C34CB-6F91-1158-2F50-55AC8A4A2202}"/>
          </ac:picMkLst>
        </pc:picChg>
      </pc:sldChg>
      <pc:sldChg chg="modSp mod">
        <pc:chgData name="Spada, Riccardo" userId="994b86d3-29b4-4300-9fb1-4380a0094f38" providerId="ADAL" clId="{06CCC169-DF30-4EDF-969F-6A7622CD10E9}" dt="2025-09-23T12:27:33.916" v="944" actId="20577"/>
        <pc:sldMkLst>
          <pc:docMk/>
          <pc:sldMk cId="3665351336" sldId="344"/>
        </pc:sldMkLst>
        <pc:spChg chg="mod">
          <ac:chgData name="Spada, Riccardo" userId="994b86d3-29b4-4300-9fb1-4380a0094f38" providerId="ADAL" clId="{06CCC169-DF30-4EDF-969F-6A7622CD10E9}" dt="2025-09-23T12:27:33.916" v="944" actId="20577"/>
          <ac:spMkLst>
            <pc:docMk/>
            <pc:sldMk cId="3665351336" sldId="344"/>
            <ac:spMk id="7" creationId="{6817A33D-BCCC-4B72-A80E-AE382D7BAA6B}"/>
          </ac:spMkLst>
        </pc:spChg>
        <pc:graphicFrameChg chg="mod">
          <ac:chgData name="Spada, Riccardo" userId="994b86d3-29b4-4300-9fb1-4380a0094f38" providerId="ADAL" clId="{06CCC169-DF30-4EDF-969F-6A7622CD10E9}" dt="2025-09-19T08:38:18.761" v="370" actId="207"/>
          <ac:graphicFrameMkLst>
            <pc:docMk/>
            <pc:sldMk cId="3665351336" sldId="344"/>
            <ac:graphicFrameMk id="2" creationId="{82584733-7A7E-E8C0-5B0E-69BB59B65F8A}"/>
          </ac:graphicFrameMkLst>
        </pc:graphicFrameChg>
      </pc:sldChg>
      <pc:sldChg chg="modSp mod">
        <pc:chgData name="Spada, Riccardo" userId="994b86d3-29b4-4300-9fb1-4380a0094f38" providerId="ADAL" clId="{06CCC169-DF30-4EDF-969F-6A7622CD10E9}" dt="2025-09-23T08:38:47.569" v="915" actId="11"/>
        <pc:sldMkLst>
          <pc:docMk/>
          <pc:sldMk cId="2202150605" sldId="345"/>
        </pc:sldMkLst>
        <pc:spChg chg="mod">
          <ac:chgData name="Spada, Riccardo" userId="994b86d3-29b4-4300-9fb1-4380a0094f38" providerId="ADAL" clId="{06CCC169-DF30-4EDF-969F-6A7622CD10E9}" dt="2025-09-23T08:38:47.569" v="915" actId="11"/>
          <ac:spMkLst>
            <pc:docMk/>
            <pc:sldMk cId="2202150605" sldId="345"/>
            <ac:spMk id="7" creationId="{6817A33D-BCCC-4B72-A80E-AE382D7BAA6B}"/>
          </ac:spMkLst>
        </pc:spChg>
      </pc:sldChg>
      <pc:sldChg chg="addSp delSp modSp mod ord">
        <pc:chgData name="Spada, Riccardo" userId="994b86d3-29b4-4300-9fb1-4380a0094f38" providerId="ADAL" clId="{06CCC169-DF30-4EDF-969F-6A7622CD10E9}" dt="2025-09-22T12:17:48.658" v="906"/>
        <pc:sldMkLst>
          <pc:docMk/>
          <pc:sldMk cId="1327197874" sldId="349"/>
        </pc:sldMkLst>
        <pc:spChg chg="mod">
          <ac:chgData name="Spada, Riccardo" userId="994b86d3-29b4-4300-9fb1-4380a0094f38" providerId="ADAL" clId="{06CCC169-DF30-4EDF-969F-6A7622CD10E9}" dt="2025-09-19T10:21:41.224" v="904" actId="20577"/>
          <ac:spMkLst>
            <pc:docMk/>
            <pc:sldMk cId="1327197874" sldId="349"/>
            <ac:spMk id="3" creationId="{2B36450F-A8E5-8B7F-1C54-79C081010270}"/>
          </ac:spMkLst>
        </pc:spChg>
        <pc:spChg chg="add del mod">
          <ac:chgData name="Spada, Riccardo" userId="994b86d3-29b4-4300-9fb1-4380a0094f38" providerId="ADAL" clId="{06CCC169-DF30-4EDF-969F-6A7622CD10E9}" dt="2025-09-19T09:54:30.687" v="509"/>
          <ac:spMkLst>
            <pc:docMk/>
            <pc:sldMk cId="1327197874" sldId="349"/>
            <ac:spMk id="4" creationId="{FE808E8C-2A2B-389E-E841-BB103B08E8B0}"/>
          </ac:spMkLst>
        </pc:spChg>
      </pc:sldChg>
      <pc:sldChg chg="modSp del mod">
        <pc:chgData name="Spada, Riccardo" userId="994b86d3-29b4-4300-9fb1-4380a0094f38" providerId="ADAL" clId="{06CCC169-DF30-4EDF-969F-6A7622CD10E9}" dt="2025-09-18T14:03:50.134" v="111" actId="47"/>
        <pc:sldMkLst>
          <pc:docMk/>
          <pc:sldMk cId="3203388340" sldId="350"/>
        </pc:sldMkLst>
        <pc:spChg chg="mod">
          <ac:chgData name="Spada, Riccardo" userId="994b86d3-29b4-4300-9fb1-4380a0094f38" providerId="ADAL" clId="{06CCC169-DF30-4EDF-969F-6A7622CD10E9}" dt="2025-09-18T13:38:27.021" v="105" actId="255"/>
          <ac:spMkLst>
            <pc:docMk/>
            <pc:sldMk cId="3203388340" sldId="350"/>
            <ac:spMk id="7" creationId="{6817A33D-BCCC-4B72-A80E-AE382D7BAA6B}"/>
          </ac:spMkLst>
        </pc:spChg>
      </pc:sldChg>
      <pc:sldChg chg="modSp del mod">
        <pc:chgData name="Spada, Riccardo" userId="994b86d3-29b4-4300-9fb1-4380a0094f38" providerId="ADAL" clId="{06CCC169-DF30-4EDF-969F-6A7622CD10E9}" dt="2025-09-18T14:03:51.188" v="112" actId="47"/>
        <pc:sldMkLst>
          <pc:docMk/>
          <pc:sldMk cId="2216517139" sldId="352"/>
        </pc:sldMkLst>
        <pc:spChg chg="mod">
          <ac:chgData name="Spada, Riccardo" userId="994b86d3-29b4-4300-9fb1-4380a0094f38" providerId="ADAL" clId="{06CCC169-DF30-4EDF-969F-6A7622CD10E9}" dt="2025-09-18T13:38:01.247" v="102" actId="255"/>
          <ac:spMkLst>
            <pc:docMk/>
            <pc:sldMk cId="2216517139" sldId="352"/>
            <ac:spMk id="9" creationId="{33E1DA49-A71F-0DBF-5D5E-3500B4687A2A}"/>
          </ac:spMkLst>
        </pc:spChg>
        <pc:spChg chg="mod">
          <ac:chgData name="Spada, Riccardo" userId="994b86d3-29b4-4300-9fb1-4380a0094f38" providerId="ADAL" clId="{06CCC169-DF30-4EDF-969F-6A7622CD10E9}" dt="2025-09-18T13:37:55.457" v="101" actId="255"/>
          <ac:spMkLst>
            <pc:docMk/>
            <pc:sldMk cId="2216517139" sldId="352"/>
            <ac:spMk id="11" creationId="{21E633D7-16D3-F7EF-2F5A-ACCC86901547}"/>
          </ac:spMkLst>
        </pc:spChg>
      </pc:sldChg>
      <pc:sldChg chg="addSp delSp modSp mod">
        <pc:chgData name="Spada, Riccardo" userId="994b86d3-29b4-4300-9fb1-4380a0094f38" providerId="ADAL" clId="{06CCC169-DF30-4EDF-969F-6A7622CD10E9}" dt="2025-09-23T08:29:06.112" v="912" actId="2710"/>
        <pc:sldMkLst>
          <pc:docMk/>
          <pc:sldMk cId="3594915197" sldId="353"/>
        </pc:sldMkLst>
        <pc:spChg chg="add mod">
          <ac:chgData name="Spada, Riccardo" userId="994b86d3-29b4-4300-9fb1-4380a0094f38" providerId="ADAL" clId="{06CCC169-DF30-4EDF-969F-6A7622CD10E9}" dt="2025-09-19T09:51:37.121" v="491" actId="1076"/>
          <ac:spMkLst>
            <pc:docMk/>
            <pc:sldMk cId="3594915197" sldId="353"/>
            <ac:spMk id="3" creationId="{60A4BEA9-A955-2053-7FEA-F165A4CC836A}"/>
          </ac:spMkLst>
        </pc:spChg>
        <pc:spChg chg="mod">
          <ac:chgData name="Spada, Riccardo" userId="994b86d3-29b4-4300-9fb1-4380a0094f38" providerId="ADAL" clId="{06CCC169-DF30-4EDF-969F-6A7622CD10E9}" dt="2025-09-23T08:29:06.112" v="912" actId="2710"/>
          <ac:spMkLst>
            <pc:docMk/>
            <pc:sldMk cId="3594915197" sldId="353"/>
            <ac:spMk id="7" creationId="{6817A33D-BCCC-4B72-A80E-AE382D7BAA6B}"/>
          </ac:spMkLst>
        </pc:spChg>
        <pc:graphicFrameChg chg="del mod">
          <ac:chgData name="Spada, Riccardo" userId="994b86d3-29b4-4300-9fb1-4380a0094f38" providerId="ADAL" clId="{06CCC169-DF30-4EDF-969F-6A7622CD10E9}" dt="2025-09-18T14:08:52.947" v="146" actId="478"/>
          <ac:graphicFrameMkLst>
            <pc:docMk/>
            <pc:sldMk cId="3594915197" sldId="353"/>
            <ac:graphicFrameMk id="2" creationId="{5C003948-B3F3-8523-337B-FB0393A144AD}"/>
          </ac:graphicFrameMkLst>
        </pc:graphicFrameChg>
        <pc:graphicFrameChg chg="add mod modGraphic">
          <ac:chgData name="Spada, Riccardo" userId="994b86d3-29b4-4300-9fb1-4380a0094f38" providerId="ADAL" clId="{06CCC169-DF30-4EDF-969F-6A7622CD10E9}" dt="2025-09-22T13:20:53.012" v="911" actId="14734"/>
          <ac:graphicFrameMkLst>
            <pc:docMk/>
            <pc:sldMk cId="3594915197" sldId="353"/>
            <ac:graphicFrameMk id="2" creationId="{B9DCF942-2CA1-AA72-802B-82C9D1CD1A87}"/>
          </ac:graphicFrameMkLst>
        </pc:graphicFrameChg>
      </pc:sldChg>
      <pc:sldChg chg="modSp mod">
        <pc:chgData name="Spada, Riccardo" userId="994b86d3-29b4-4300-9fb1-4380a0094f38" providerId="ADAL" clId="{06CCC169-DF30-4EDF-969F-6A7622CD10E9}" dt="2025-09-19T10:20:30.240" v="902" actId="20577"/>
        <pc:sldMkLst>
          <pc:docMk/>
          <pc:sldMk cId="215262216" sldId="438"/>
        </pc:sldMkLst>
        <pc:spChg chg="mod">
          <ac:chgData name="Spada, Riccardo" userId="994b86d3-29b4-4300-9fb1-4380a0094f38" providerId="ADAL" clId="{06CCC169-DF30-4EDF-969F-6A7622CD10E9}" dt="2025-09-19T10:20:30.240" v="902" actId="20577"/>
          <ac:spMkLst>
            <pc:docMk/>
            <pc:sldMk cId="215262216" sldId="438"/>
            <ac:spMk id="7" creationId="{FF9DFEF3-5F1F-909F-3782-B9872F5F400D}"/>
          </ac:spMkLst>
        </pc:spChg>
      </pc:sldChg>
      <pc:sldChg chg="addSp delSp modSp add mod">
        <pc:chgData name="Spada, Riccardo" userId="994b86d3-29b4-4300-9fb1-4380a0094f38" providerId="ADAL" clId="{06CCC169-DF30-4EDF-969F-6A7622CD10E9}" dt="2025-09-23T08:56:29.343" v="917" actId="1076"/>
        <pc:sldMkLst>
          <pc:docMk/>
          <pc:sldMk cId="103813010" sldId="439"/>
        </pc:sldMkLst>
        <pc:spChg chg="add del mod">
          <ac:chgData name="Spada, Riccardo" userId="994b86d3-29b4-4300-9fb1-4380a0094f38" providerId="ADAL" clId="{06CCC169-DF30-4EDF-969F-6A7622CD10E9}" dt="2025-09-18T14:08:22.340" v="140" actId="478"/>
          <ac:spMkLst>
            <pc:docMk/>
            <pc:sldMk cId="103813010" sldId="439"/>
            <ac:spMk id="4" creationId="{D88AA60A-43A7-E52D-2291-EAE5A0249728}"/>
          </ac:spMkLst>
        </pc:spChg>
        <pc:spChg chg="add mod">
          <ac:chgData name="Spada, Riccardo" userId="994b86d3-29b4-4300-9fb1-4380a0094f38" providerId="ADAL" clId="{06CCC169-DF30-4EDF-969F-6A7622CD10E9}" dt="2025-09-23T08:56:29.343" v="917" actId="1076"/>
          <ac:spMkLst>
            <pc:docMk/>
            <pc:sldMk cId="103813010" sldId="439"/>
            <ac:spMk id="5" creationId="{A88C21A5-6273-D0F8-0204-F1B5EDA46BCF}"/>
          </ac:spMkLst>
        </pc:spChg>
        <pc:spChg chg="del mod">
          <ac:chgData name="Spada, Riccardo" userId="994b86d3-29b4-4300-9fb1-4380a0094f38" providerId="ADAL" clId="{06CCC169-DF30-4EDF-969F-6A7622CD10E9}" dt="2025-09-18T14:08:11.756" v="138"/>
          <ac:spMkLst>
            <pc:docMk/>
            <pc:sldMk cId="103813010" sldId="439"/>
            <ac:spMk id="7" creationId="{6817A33D-BCCC-4B72-A80E-AE382D7BAA6B}"/>
          </ac:spMkLst>
        </pc:spChg>
        <pc:spChg chg="add del mod">
          <ac:chgData name="Spada, Riccardo" userId="994b86d3-29b4-4300-9fb1-4380a0094f38" providerId="ADAL" clId="{06CCC169-DF30-4EDF-969F-6A7622CD10E9}" dt="2025-09-18T14:09:18.923" v="151" actId="478"/>
          <ac:spMkLst>
            <pc:docMk/>
            <pc:sldMk cId="103813010" sldId="439"/>
            <ac:spMk id="8" creationId="{585C7E54-344B-B764-BB56-7B9C56CD6AF2}"/>
          </ac:spMkLst>
        </pc:spChg>
        <pc:spChg chg="add del mod">
          <ac:chgData name="Spada, Riccardo" userId="994b86d3-29b4-4300-9fb1-4380a0094f38" providerId="ADAL" clId="{06CCC169-DF30-4EDF-969F-6A7622CD10E9}" dt="2025-09-19T09:51:54.227" v="494" actId="478"/>
          <ac:spMkLst>
            <pc:docMk/>
            <pc:sldMk cId="103813010" sldId="439"/>
            <ac:spMk id="10" creationId="{D3F663CE-524F-59C0-9A73-E0BFF5A7FCB1}"/>
          </ac:spMkLst>
        </pc:spChg>
        <pc:spChg chg="add del mod">
          <ac:chgData name="Spada, Riccardo" userId="994b86d3-29b4-4300-9fb1-4380a0094f38" providerId="ADAL" clId="{06CCC169-DF30-4EDF-969F-6A7622CD10E9}" dt="2025-09-19T09:51:57.370" v="495" actId="478"/>
          <ac:spMkLst>
            <pc:docMk/>
            <pc:sldMk cId="103813010" sldId="439"/>
            <ac:spMk id="13" creationId="{8C514DB7-FC0D-DE90-78F8-B920172154F5}"/>
          </ac:spMkLst>
        </pc:spChg>
        <pc:graphicFrameChg chg="del">
          <ac:chgData name="Spada, Riccardo" userId="994b86d3-29b4-4300-9fb1-4380a0094f38" providerId="ADAL" clId="{06CCC169-DF30-4EDF-969F-6A7622CD10E9}" dt="2025-09-18T14:09:02.735" v="147" actId="21"/>
          <ac:graphicFrameMkLst>
            <pc:docMk/>
            <pc:sldMk cId="103813010" sldId="439"/>
            <ac:graphicFrameMk id="2" creationId="{5C003948-B3F3-8523-337B-FB0393A144AD}"/>
          </ac:graphicFrameMkLst>
        </pc:graphicFrameChg>
        <pc:graphicFrameChg chg="add del mod modGraphic">
          <ac:chgData name="Spada, Riccardo" userId="994b86d3-29b4-4300-9fb1-4380a0094f38" providerId="ADAL" clId="{06CCC169-DF30-4EDF-969F-6A7622CD10E9}" dt="2025-09-19T09:51:50.630" v="493" actId="478"/>
          <ac:graphicFrameMkLst>
            <pc:docMk/>
            <pc:sldMk cId="103813010" sldId="439"/>
            <ac:graphicFrameMk id="3" creationId="{63EF047E-8878-F533-E456-AE7CDAC484C1}"/>
          </ac:graphicFrameMkLst>
        </pc:graphicFrameChg>
        <pc:picChg chg="add del mod">
          <ac:chgData name="Spada, Riccardo" userId="994b86d3-29b4-4300-9fb1-4380a0094f38" providerId="ADAL" clId="{06CCC169-DF30-4EDF-969F-6A7622CD10E9}" dt="2025-09-19T09:24:23.125" v="441" actId="478"/>
          <ac:picMkLst>
            <pc:docMk/>
            <pc:sldMk cId="103813010" sldId="439"/>
            <ac:picMk id="4" creationId="{3C7B2B22-3AE6-C7D9-7179-44F80742187F}"/>
          </ac:picMkLst>
        </pc:picChg>
        <pc:picChg chg="add del mod">
          <ac:chgData name="Spada, Riccardo" userId="994b86d3-29b4-4300-9fb1-4380a0094f38" providerId="ADAL" clId="{06CCC169-DF30-4EDF-969F-6A7622CD10E9}" dt="2025-09-19T09:48:24.089" v="470" actId="478"/>
          <ac:picMkLst>
            <pc:docMk/>
            <pc:sldMk cId="103813010" sldId="439"/>
            <ac:picMk id="8" creationId="{F2A78666-CF53-6B29-3BBA-14F014E84593}"/>
          </ac:picMkLst>
        </pc:picChg>
        <pc:picChg chg="add mod">
          <ac:chgData name="Spada, Riccardo" userId="994b86d3-29b4-4300-9fb1-4380a0094f38" providerId="ADAL" clId="{06CCC169-DF30-4EDF-969F-6A7622CD10E9}" dt="2025-09-23T08:56:23.727" v="916" actId="1440"/>
          <ac:picMkLst>
            <pc:docMk/>
            <pc:sldMk cId="103813010" sldId="439"/>
            <ac:picMk id="11" creationId="{E419EC3F-214E-8539-94BA-32862F894693}"/>
          </ac:picMkLst>
        </pc:picChg>
      </pc:sldChg>
      <pc:sldChg chg="modSp add mod ord">
        <pc:chgData name="Spada, Riccardo" userId="994b86d3-29b4-4300-9fb1-4380a0094f38" providerId="ADAL" clId="{06CCC169-DF30-4EDF-969F-6A7622CD10E9}" dt="2025-09-22T12:17:50.579" v="908"/>
        <pc:sldMkLst>
          <pc:docMk/>
          <pc:sldMk cId="177192521" sldId="440"/>
        </pc:sldMkLst>
        <pc:spChg chg="mod">
          <ac:chgData name="Spada, Riccardo" userId="994b86d3-29b4-4300-9fb1-4380a0094f38" providerId="ADAL" clId="{06CCC169-DF30-4EDF-969F-6A7622CD10E9}" dt="2025-09-19T10:04:18.174" v="804" actId="404"/>
          <ac:spMkLst>
            <pc:docMk/>
            <pc:sldMk cId="177192521" sldId="440"/>
            <ac:spMk id="3" creationId="{2B36450F-A8E5-8B7F-1C54-79C081010270}"/>
          </ac:spMkLst>
        </pc:spChg>
      </pc:sldChg>
      <pc:sldChg chg="new del">
        <pc:chgData name="Spada, Riccardo" userId="994b86d3-29b4-4300-9fb1-4380a0094f38" providerId="ADAL" clId="{06CCC169-DF30-4EDF-969F-6A7622CD10E9}" dt="2025-09-18T14:12:49.938" v="178" actId="47"/>
        <pc:sldMkLst>
          <pc:docMk/>
          <pc:sldMk cId="2766078981" sldId="440"/>
        </pc:sldMkLst>
      </pc:sldChg>
    </pc:docChg>
  </pc:docChgLst>
  <pc:docChgLst>
    <pc:chgData name="Veen-Rusticus, Hennie van der" userId="2a3156d8-6543-4ca2-b225-b9da3ac2c12c" providerId="ADAL" clId="{126A8667-31DA-43CE-A318-54260BC5FEFD}"/>
    <pc:docChg chg="undo custSel modSld">
      <pc:chgData name="Veen-Rusticus, Hennie van der" userId="2a3156d8-6543-4ca2-b225-b9da3ac2c12c" providerId="ADAL" clId="{126A8667-31DA-43CE-A318-54260BC5FEFD}" dt="2025-03-31T07:43:01.737" v="1" actId="12"/>
      <pc:docMkLst>
        <pc:docMk/>
      </pc:docMkLst>
      <pc:sldChg chg="modSp mod">
        <pc:chgData name="Veen-Rusticus, Hennie van der" userId="2a3156d8-6543-4ca2-b225-b9da3ac2c12c" providerId="ADAL" clId="{126A8667-31DA-43CE-A318-54260BC5FEFD}" dt="2025-03-31T07:43:01.737" v="1" actId="12"/>
        <pc:sldMkLst>
          <pc:docMk/>
          <pc:sldMk cId="4294866199" sldId="329"/>
        </pc:sldMkLst>
      </pc:sldChg>
    </pc:docChg>
  </pc:docChgLst>
  <pc:docChgLst>
    <pc:chgData name="Spada, Riccardo" userId="S::riccardo.spada@wur.nl::994b86d3-29b4-4300-9fb1-4380a0094f38" providerId="AD" clId="Web-{CD6F8BBC-ED90-E07B-A225-DEF748FD5897}"/>
    <pc:docChg chg="addSld delSld">
      <pc:chgData name="Spada, Riccardo" userId="S::riccardo.spada@wur.nl::994b86d3-29b4-4300-9fb1-4380a0094f38" providerId="AD" clId="Web-{CD6F8BBC-ED90-E07B-A225-DEF748FD5897}" dt="2025-04-09T08:37:33.946" v="7"/>
      <pc:docMkLst>
        <pc:docMk/>
      </pc:docMkLst>
      <pc:sldChg chg="add del">
        <pc:chgData name="Spada, Riccardo" userId="S::riccardo.spada@wur.nl::994b86d3-29b4-4300-9fb1-4380a0094f38" providerId="AD" clId="Web-{CD6F8BBC-ED90-E07B-A225-DEF748FD5897}" dt="2025-04-09T08:37:33.946" v="7"/>
        <pc:sldMkLst>
          <pc:docMk/>
          <pc:sldMk cId="3421401082" sldId="314"/>
        </pc:sldMkLst>
      </pc:sldChg>
      <pc:sldChg chg="add del">
        <pc:chgData name="Spada, Riccardo" userId="S::riccardo.spada@wur.nl::994b86d3-29b4-4300-9fb1-4380a0094f38" providerId="AD" clId="Web-{CD6F8BBC-ED90-E07B-A225-DEF748FD5897}" dt="2025-04-09T08:37:33.353" v="6"/>
        <pc:sldMkLst>
          <pc:docMk/>
          <pc:sldMk cId="4294866199" sldId="329"/>
        </pc:sldMkLst>
      </pc:sldChg>
      <pc:sldChg chg="add del">
        <pc:chgData name="Spada, Riccardo" userId="S::riccardo.spada@wur.nl::994b86d3-29b4-4300-9fb1-4380a0094f38" providerId="AD" clId="Web-{CD6F8BBC-ED90-E07B-A225-DEF748FD5897}" dt="2025-04-09T08:37:32.477" v="4"/>
        <pc:sldMkLst>
          <pc:docMk/>
          <pc:sldMk cId="1198221945" sldId="334"/>
        </pc:sldMkLst>
      </pc:sldChg>
      <pc:sldChg chg="add del">
        <pc:chgData name="Spada, Riccardo" userId="S::riccardo.spada@wur.nl::994b86d3-29b4-4300-9fb1-4380a0094f38" providerId="AD" clId="Web-{CD6F8BBC-ED90-E07B-A225-DEF748FD5897}" dt="2025-04-09T08:37:32.806" v="5"/>
        <pc:sldMkLst>
          <pc:docMk/>
          <pc:sldMk cId="3665351336" sldId="34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55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078FD78-756A-40F3-B7E8-1353D76F0A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1186" y="594237"/>
            <a:ext cx="2376746" cy="719053"/>
          </a:xfrm>
          <a:prstGeom prst="rect">
            <a:avLst/>
          </a:prstGeom>
        </p:spPr>
      </p:pic>
      <p:pic>
        <p:nvPicPr>
          <p:cNvPr id="7" name="Picture 5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BED8AB77-D2B5-42ED-9435-43D3CBEB1A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85317" y="5856317"/>
            <a:ext cx="2510110" cy="52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B6F371-1322-4D1B-8159-B65C357B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86E8C5F-8886-4374-907E-CE36135610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BBDE04-9B76-4590-B2FF-199A9BD3DA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F96F8D9-0126-4553-BF7B-17DB8EB7B2E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1870745"/>
            <a:ext cx="10569630" cy="4161591"/>
          </a:xfrm>
        </p:spPr>
        <p:txBody>
          <a:bodyPr lIns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9ACBAF-79EC-404D-9BD1-422D7BC21B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5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</a:t>
            </a:r>
            <a:r>
              <a:rPr lang="en-US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tx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16B35E1-7738-4EDC-AAD2-13B0E6AD8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3169" y="17007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42AFEA5-701F-44BE-A31D-AEF8A1D8EE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/>
              <a:t>Click to add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3CA64B4-9F77-43F3-A576-75471FBEBF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67CEB0F-BE9B-4208-9434-112B9EDE19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D971A20-3876-47F9-AE01-B9C7E187F0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9C29026-B844-40AA-BFDC-BB88C6F422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384371A-159D-404B-BCC8-EFF1ECDF7B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1365600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9EEB081-02E4-49BF-B38B-27124E5EEC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E08AA81-E8F8-4EE5-A318-BA2063F7E2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6AD7EA4-F7B4-4D68-83BC-DE1C6A7DDD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5F68F11-AE02-40B6-B296-1C440F5B82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endParaRPr lang="en-US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pic>
        <p:nvPicPr>
          <p:cNvPr id="8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C16946-A53A-46B8-AA66-04CF1FAD51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26858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657600" y="1824000"/>
            <a:ext cx="11198400" cy="41232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om de </a:t>
            </a:r>
            <a:r>
              <a:rPr lang="en-GB" noProof="0" dirty="0" err="1"/>
              <a:t>modelstijlen</a:t>
            </a:r>
            <a:r>
              <a:rPr lang="en-GB" noProof="0" dirty="0"/>
              <a:t> </a:t>
            </a:r>
            <a:r>
              <a:rPr lang="en-GB" noProof="0" dirty="0" err="1"/>
              <a:t>te</a:t>
            </a:r>
            <a:r>
              <a:rPr lang="en-GB" noProof="0" dirty="0"/>
              <a:t> </a:t>
            </a:r>
            <a:r>
              <a:rPr lang="en-GB" noProof="0" dirty="0" err="1"/>
              <a:t>bewerken</a:t>
            </a:r>
            <a:endParaRPr lang="en-GB" noProof="0" dirty="0"/>
          </a:p>
          <a:p>
            <a:pPr lvl="1"/>
            <a:r>
              <a:rPr lang="en-GB" noProof="0" dirty="0"/>
              <a:t>Tweede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Derde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Vierde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Vijfde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Klik</a:t>
            </a:r>
            <a:r>
              <a:rPr lang="en-GB" noProof="0" dirty="0"/>
              <a:t> om de </a:t>
            </a:r>
            <a:r>
              <a:rPr lang="en-GB" noProof="0" dirty="0" err="1"/>
              <a:t>stijl</a:t>
            </a:r>
            <a:r>
              <a:rPr lang="en-GB" noProof="0" dirty="0"/>
              <a:t> </a:t>
            </a:r>
            <a:r>
              <a:rPr lang="en-GB" noProof="0" dirty="0" err="1"/>
              <a:t>te</a:t>
            </a:r>
            <a:r>
              <a:rPr lang="en-GB" noProof="0" dirty="0"/>
              <a:t> </a:t>
            </a:r>
            <a:r>
              <a:rPr lang="en-GB" noProof="0" dirty="0" err="1"/>
              <a:t>bewerken</a:t>
            </a:r>
            <a:endParaRPr lang="en-GB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4889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tx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650" r:id="rId3"/>
    <p:sldLayoutId id="2147483675" r:id="rId4"/>
    <p:sldLayoutId id="2147483683" r:id="rId5"/>
    <p:sldLayoutId id="2147483684" r:id="rId6"/>
    <p:sldLayoutId id="2147483685" r:id="rId7"/>
    <p:sldLayoutId id="2147483671" r:id="rId8"/>
    <p:sldLayoutId id="2147483679" r:id="rId9"/>
    <p:sldLayoutId id="2147483676" r:id="rId10"/>
    <p:sldLayoutId id="2147483669" r:id="rId11"/>
    <p:sldLayoutId id="2147483673" r:id="rId12"/>
    <p:sldLayoutId id="2147483682" r:id="rId13"/>
    <p:sldLayoutId id="2147483656" r:id="rId14"/>
    <p:sldLayoutId id="2147483688" r:id="rId15"/>
    <p:sldLayoutId id="2147483689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4" Type="http://schemas.openxmlformats.org/officeDocument/2006/relationships/hyperlink" Target="mailto:riccardo.spada@wur.n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finmar.2008.04.002" TargetMode="External"/><Relationship Id="rId3" Type="http://schemas.openxmlformats.org/officeDocument/2006/relationships/hyperlink" Target="https://doi.org/10.1016/j.jet.2003.12.004" TargetMode="External"/><Relationship Id="rId7" Type="http://schemas.openxmlformats.org/officeDocument/2006/relationships/hyperlink" Target="https://doi.org/10.1111/ajae.12309" TargetMode="External"/><Relationship Id="rId2" Type="http://schemas.openxmlformats.org/officeDocument/2006/relationships/hyperlink" Target="https://doi.org/10.1257/aer.96.4.1069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doi.org/10.2307/1239732" TargetMode="External"/><Relationship Id="rId11" Type="http://schemas.openxmlformats.org/officeDocument/2006/relationships/hyperlink" Target="https://doi.org/10.1007/BF00122574" TargetMode="External"/><Relationship Id="rId5" Type="http://schemas.openxmlformats.org/officeDocument/2006/relationships/hyperlink" Target="https://doi.org/10.1016/0304-4076(78)90006-4" TargetMode="External"/><Relationship Id="rId10" Type="http://schemas.openxmlformats.org/officeDocument/2006/relationships/hyperlink" Target="https://doi.org/10.1126/science.7455683" TargetMode="External"/><Relationship Id="rId4" Type="http://schemas.openxmlformats.org/officeDocument/2006/relationships/hyperlink" Target="https://www.cabidigitallibrary.org/doi/book/10.1079/9781780645742.0000" TargetMode="External"/><Relationship Id="rId9" Type="http://schemas.openxmlformats.org/officeDocument/2006/relationships/hyperlink" Target="https://doi.org/10.22004/ag.econ.35663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1503485"/>
            <a:ext cx="9027407" cy="2409092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D5.4 Development of input price risk management 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A0041-7DFC-21DE-B679-8C78AF683CEE}"/>
              </a:ext>
            </a:extLst>
          </p:cNvPr>
          <p:cNvSpPr txBox="1"/>
          <p:nvPr/>
        </p:nvSpPr>
        <p:spPr>
          <a:xfrm>
            <a:off x="740846" y="3912577"/>
            <a:ext cx="9467023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" marR="15240">
              <a:spcAft>
                <a:spcPts val="12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Authors: 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Riccardo Spada, Lukas Akerman, Simone Cerroni, Laura Moritz, Miranda Meuwissen,</a:t>
            </a:r>
            <a:r>
              <a:rPr lang="en-GB" sz="18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Tobias Dalhaus</a:t>
            </a:r>
          </a:p>
          <a:p>
            <a:pPr marL="15240" marR="15240">
              <a:spcAft>
                <a:spcPts val="120"/>
              </a:spcAft>
            </a:pPr>
            <a:endParaRPr lang="en-GB" b="1" baseline="30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5240" marR="15240">
              <a:spcAft>
                <a:spcPts val="12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Reviewers: 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Jens Rommel, Frederic Ang</a:t>
            </a:r>
            <a:endParaRPr lang="en-GB" baseline="30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5240" marR="15240">
              <a:spcAft>
                <a:spcPts val="120"/>
              </a:spcAft>
            </a:pPr>
            <a:endParaRPr lang="en-GB" sz="1800" b="1" baseline="300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5240" marR="15240">
              <a:spcAft>
                <a:spcPts val="120"/>
              </a:spcAft>
            </a:pPr>
            <a:endParaRPr lang="en-GB" sz="1800" b="1" baseline="300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5240" marR="15240">
              <a:spcAft>
                <a:spcPts val="120"/>
              </a:spcAft>
            </a:pPr>
            <a:r>
              <a:rPr lang="en-GB" b="1" dirty="0">
                <a:solidFill>
                  <a:srgbClr val="000000"/>
                </a:solidFill>
                <a:latin typeface="arial" panose="020B0604020202020204" pitchFamily="34" charset="0"/>
              </a:rPr>
              <a:t>14</a:t>
            </a:r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/01/2026</a:t>
            </a:r>
            <a:b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5240" marR="15240">
              <a:spcAft>
                <a:spcPts val="120"/>
              </a:spcAft>
            </a:pPr>
            <a:endParaRPr lang="en-GB" sz="14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D5437C-F6CA-9E38-7B71-8E567594A4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041" y="5879791"/>
            <a:ext cx="399497" cy="44187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0F363EC4-DC12-F532-2444-7BAC41E7D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0538" y="5796608"/>
            <a:ext cx="2656257" cy="608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000" b="1" dirty="0">
                <a:effectLst/>
                <a:latin typeface="Sor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work has received funding from the Swiss State Secretariat for Education, Research and Innovation (SERI)</a:t>
            </a:r>
            <a:endParaRPr lang="nl-NL" sz="1000" b="1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Introduction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817A33D-BCCC-4B72-A80E-AE382D7BAA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5933" y="1690689"/>
            <a:ext cx="9812867" cy="4341648"/>
          </a:xfrm>
        </p:spPr>
        <p:txBody>
          <a:bodyPr/>
          <a:lstStyle/>
          <a:p>
            <a:r>
              <a:rPr lang="en-US" sz="2000" dirty="0"/>
              <a:t>Fertilizer prices have experienced substantial </a:t>
            </a:r>
            <a:r>
              <a:rPr lang="en-US" sz="2000" b="1" dirty="0"/>
              <a:t>volatility</a:t>
            </a:r>
            <a:r>
              <a:rPr lang="en-US" sz="2000" dirty="0"/>
              <a:t> in the past few decades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Price </a:t>
            </a:r>
            <a:r>
              <a:rPr lang="en-US" sz="2000" b="1" dirty="0"/>
              <a:t>risk management tools </a:t>
            </a:r>
            <a:r>
              <a:rPr lang="en-US" sz="2000" dirty="0"/>
              <a:t>can reduce the financial exposure to price volatility in the </a:t>
            </a:r>
            <a:r>
              <a:rPr lang="en-US" sz="2000" b="1" dirty="0"/>
              <a:t>short run</a:t>
            </a:r>
            <a:r>
              <a:rPr lang="en-US" sz="2000" dirty="0"/>
              <a:t> </a:t>
            </a:r>
            <a:r>
              <a:rPr lang="en-US" sz="1200" dirty="0"/>
              <a:t>(Hardaker et al., 2015)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Objective</a:t>
            </a:r>
            <a:r>
              <a:rPr lang="en-US" sz="2000" dirty="0"/>
              <a:t>: design a behaviorally-informed financial contract and evaluate farmers adoption decisions</a:t>
            </a:r>
          </a:p>
          <a:p>
            <a:pPr marL="342900" indent="-342900"/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5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Adjusted</a:t>
            </a:r>
            <a:r>
              <a:rPr lang="de-DE" dirty="0"/>
              <a:t> </a:t>
            </a:r>
            <a:r>
              <a:rPr lang="de-DE" dirty="0" err="1"/>
              <a:t>contract</a:t>
            </a:r>
            <a:r>
              <a:rPr lang="de-DE" dirty="0"/>
              <a:t>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624919" y="1521068"/>
                <a:ext cx="5377948" cy="4511267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sz="2000" dirty="0">
                    <a:latin typeface="Arial" panose="020B0604020202020204" pitchFamily="34" charset="0"/>
                  </a:rPr>
                  <a:t>I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ntroducing an “insurance” mechanism that sets a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price ceiling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 fertilizer price is above a certain threshold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endChr m:val=""/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a payoff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i="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Π</m:t>
                        </m:r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ensure that the fertilizer price would be capped: </a:t>
                </a:r>
                <a:endParaRPr lang="nl-NL" sz="18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nl-NL" sz="1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18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Π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8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max</m:t>
                    </m:r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nl-NL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nl-NL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nl-NL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GB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,0</m:t>
                    </m:r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18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this case, the contract is not free to enter: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GB" sz="1800" dirty="0">
                    <a:effectLst/>
                    <a:ea typeface="Times New Roman" panose="02020603050405020304" pitchFamily="18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Γ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nl-NL" sz="18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Π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𝑟𝑇</m:t>
                        </m:r>
                      </m:sup>
                    </m:sSup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624919" y="1521068"/>
                <a:ext cx="5377948" cy="4511267"/>
              </a:xfrm>
              <a:blipFill>
                <a:blip r:embed="rId2"/>
                <a:stretch>
                  <a:fillRect l="-2948" t="-676" r="-2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269B463-8EE8-5430-5897-032195904C4D}"/>
              </a:ext>
            </a:extLst>
          </p:cNvPr>
          <p:cNvSpPr txBox="1"/>
          <p:nvPr/>
        </p:nvSpPr>
        <p:spPr>
          <a:xfrm>
            <a:off x="6877098" y="5084893"/>
            <a:ext cx="4238808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</a:rPr>
              <a:t>Figure 2</a:t>
            </a:r>
            <a:r>
              <a:rPr lang="en-US" sz="1600" dirty="0">
                <a:latin typeface="Arial" panose="020B0604020202020204" pitchFamily="34" charset="0"/>
              </a:rPr>
              <a:t>. </a:t>
            </a:r>
            <a:r>
              <a:rPr lang="en-US" sz="1600" dirty="0"/>
              <a:t>Payoff diagram for fertilizer price contracts</a:t>
            </a:r>
            <a:endParaRPr lang="en-US" sz="1600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C1677B-9A2A-C952-F155-2074752A6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133" y="1521068"/>
            <a:ext cx="5377948" cy="33555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4915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Methodology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817A33D-BCCC-4B72-A80E-AE382D7BAA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32559" y="1235242"/>
            <a:ext cx="10569630" cy="548623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</a:rPr>
              <a:t>Case Study</a:t>
            </a:r>
            <a:r>
              <a:rPr lang="en-US" sz="2000" dirty="0">
                <a:latin typeface="Arial" panose="020B0604020202020204" pitchFamily="34" charset="0"/>
              </a:rPr>
              <a:t>: representative farm in West Germany producing Winter Wheat.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Montecarlo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simulation under different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decision theories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Expected Utility Theory (EUT): standard model where farmers seek to maximize overall utility based on risk preferences.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Cumulative Prospect Theory (CPT): model accounting for loss aversion and probability weighting.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</a:rPr>
              <a:t>…a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nd </a:t>
            </a:r>
            <a:r>
              <a:rPr lang="en-US" sz="2000" b="1" dirty="0">
                <a:latin typeface="Arial" panose="020B0604020202020204" pitchFamily="34" charset="0"/>
              </a:rPr>
              <a:t>f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raming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Broad Framing: Viewing the contract as a holistic risk management strategy.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Narrow Framing: Viewing the contract as a standalone investment.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50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10569634" cy="1801793"/>
          </a:xfrm>
        </p:spPr>
        <p:txBody>
          <a:bodyPr anchor="t">
            <a:normAutofit/>
          </a:bodyPr>
          <a:lstStyle/>
          <a:p>
            <a:r>
              <a:rPr lang="de-DE" dirty="0"/>
              <a:t>Key </a:t>
            </a:r>
            <a:r>
              <a:rPr lang="de-DE" dirty="0" err="1"/>
              <a:t>results</a:t>
            </a:r>
            <a:r>
              <a:rPr lang="de-DE" dirty="0"/>
              <a:t> and </a:t>
            </a:r>
            <a:r>
              <a:rPr lang="de-DE" dirty="0" err="1"/>
              <a:t>Conclusion</a:t>
            </a:r>
            <a:endParaRPr lang="de-DE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E52BF4D-C4F2-3135-D54A-4BB9C8563204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7028329" y="1920441"/>
            <a:ext cx="4430059" cy="3811491"/>
          </a:xfrm>
        </p:spPr>
        <p:txBody>
          <a:bodyPr/>
          <a:lstStyle/>
          <a:p>
            <a:r>
              <a:rPr lang="en-US" dirty="0"/>
              <a:t>Under broad framing, profits are mainly driven by output prices and yield fluctuations, limited gains in utility</a:t>
            </a:r>
          </a:p>
          <a:p>
            <a:endParaRPr lang="en-US" dirty="0"/>
          </a:p>
          <a:p>
            <a:r>
              <a:rPr lang="en-US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Under narrow framing, the adoption of the adjusted risk management tool does not appear to be justified</a:t>
            </a:r>
          </a:p>
          <a:p>
            <a:endParaRPr lang="en-US" dirty="0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esults suggest that introducing a maximum-price adjustment to forward contracts is unlikely to generate widespread adoption </a:t>
            </a: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among farmers </a:t>
            </a:r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37615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26A88BCD-D0BF-491F-9D00-47E5E8AFCD89}"/>
              </a:ext>
            </a:extLst>
          </p:cNvPr>
          <p:cNvGraphicFramePr>
            <a:graphicFrameLocks noGrp="1"/>
          </p:cNvGraphicFramePr>
          <p:nvPr>
            <p:ph type="tbl" sz="quarter" idx="28"/>
            <p:extLst>
              <p:ext uri="{D42A27DB-BD31-4B8C-83A1-F6EECF244321}">
                <p14:modId xmlns:p14="http://schemas.microsoft.com/office/powerpoint/2010/main" val="666279250"/>
              </p:ext>
            </p:extLst>
          </p:nvPr>
        </p:nvGraphicFramePr>
        <p:xfrm>
          <a:off x="733612" y="1923927"/>
          <a:ext cx="6007846" cy="3010145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969682">
                  <a:extLst>
                    <a:ext uri="{9D8B030D-6E8A-4147-A177-3AD203B41FA5}">
                      <a16:colId xmlns:a16="http://schemas.microsoft.com/office/drawing/2014/main" val="2913973375"/>
                    </a:ext>
                  </a:extLst>
                </a:gridCol>
                <a:gridCol w="2429435">
                  <a:extLst>
                    <a:ext uri="{9D8B030D-6E8A-4147-A177-3AD203B41FA5}">
                      <a16:colId xmlns:a16="http://schemas.microsoft.com/office/drawing/2014/main" val="3610825348"/>
                    </a:ext>
                  </a:extLst>
                </a:gridCol>
                <a:gridCol w="2608729">
                  <a:extLst>
                    <a:ext uri="{9D8B030D-6E8A-4147-A177-3AD203B41FA5}">
                      <a16:colId xmlns:a16="http://schemas.microsoft.com/office/drawing/2014/main" val="1692322950"/>
                    </a:ext>
                  </a:extLst>
                </a:gridCol>
              </a:tblGrid>
              <a:tr h="904037">
                <a:tc>
                  <a:txBody>
                    <a:bodyPr/>
                    <a:lstStyle/>
                    <a:p>
                      <a:pPr rtl="0"/>
                      <a:endParaRPr lang="en-GB" sz="180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9017" marR="149017" marT="149017" marB="9934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800" b="1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 Framing (Risk Strategy)</a:t>
                      </a:r>
                      <a:endParaRPr lang="en-GB" sz="180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9017" marR="149017" marT="149017" marB="9934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800" b="1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 Framing (Investment)</a:t>
                      </a:r>
                      <a:endParaRPr lang="en-GB" sz="180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9017" marR="149017" marT="149017" marB="99345" anchor="ctr"/>
                </a:tc>
                <a:extLst>
                  <a:ext uri="{0D108BD9-81ED-4DB2-BD59-A6C34878D82A}">
                    <a16:rowId xmlns:a16="http://schemas.microsoft.com/office/drawing/2014/main" val="976278297"/>
                  </a:ext>
                </a:extLst>
              </a:tr>
              <a:tr h="904037">
                <a:tc>
                  <a:txBody>
                    <a:bodyPr/>
                    <a:lstStyle/>
                    <a:p>
                      <a:pPr rtl="0"/>
                      <a:r>
                        <a:rPr lang="en-GB" sz="1800" b="1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EUT</a:t>
                      </a:r>
                      <a:endParaRPr lang="en-GB" sz="1800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9017" marR="149017" marT="149017" marB="9934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800" b="0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Attractive</a:t>
                      </a:r>
                    </a:p>
                  </a:txBody>
                  <a:tcPr marL="149017" marR="149017" marT="149017" marB="9934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800" b="0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Unattractive</a:t>
                      </a:r>
                    </a:p>
                  </a:txBody>
                  <a:tcPr marL="149017" marR="149017" marT="149017" marB="99345" anchor="ctr"/>
                </a:tc>
                <a:extLst>
                  <a:ext uri="{0D108BD9-81ED-4DB2-BD59-A6C34878D82A}">
                    <a16:rowId xmlns:a16="http://schemas.microsoft.com/office/drawing/2014/main" val="4153396275"/>
                  </a:ext>
                </a:extLst>
              </a:tr>
              <a:tr h="1202071">
                <a:tc>
                  <a:txBody>
                    <a:bodyPr/>
                    <a:lstStyle/>
                    <a:p>
                      <a:pPr rtl="0"/>
                      <a:r>
                        <a:rPr lang="en-GB" sz="1800" b="1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CPT</a:t>
                      </a:r>
                      <a:endParaRPr lang="en-GB" sz="1800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9017" marR="149017" marT="149017" marB="9934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Unattractive</a:t>
                      </a:r>
                    </a:p>
                  </a:txBody>
                  <a:tcPr marL="149017" marR="149017" marT="149017" marB="9934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Unattractive</a:t>
                      </a:r>
                    </a:p>
                  </a:txBody>
                  <a:tcPr marL="149017" marR="149017" marT="149017" marB="99345" anchor="ctr"/>
                </a:tc>
                <a:extLst>
                  <a:ext uri="{0D108BD9-81ED-4DB2-BD59-A6C34878D82A}">
                    <a16:rowId xmlns:a16="http://schemas.microsoft.com/office/drawing/2014/main" val="3212958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16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and black logo&#10;&#10;Description automatically generated">
            <a:extLst>
              <a:ext uri="{FF2B5EF4-FFF2-40B4-BE49-F238E27FC236}">
                <a16:creationId xmlns:a16="http://schemas.microsoft.com/office/drawing/2014/main" id="{8B05A555-00B8-4637-98D3-2C6B8A76E41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893" y="702584"/>
            <a:ext cx="1218596" cy="1316719"/>
          </a:xfrm>
          <a:prstGeom prst="rect">
            <a:avLst/>
          </a:prstGeom>
        </p:spPr>
      </p:pic>
      <p:sp>
        <p:nvSpPr>
          <p:cNvPr id="2" name="Company…">
            <a:extLst>
              <a:ext uri="{FF2B5EF4-FFF2-40B4-BE49-F238E27FC236}">
                <a16:creationId xmlns:a16="http://schemas.microsoft.com/office/drawing/2014/main" id="{C08D2010-BCC6-E281-5FA2-59D4AA33C44D}"/>
              </a:ext>
            </a:extLst>
          </p:cNvPr>
          <p:cNvSpPr txBox="1"/>
          <p:nvPr/>
        </p:nvSpPr>
        <p:spPr>
          <a:xfrm>
            <a:off x="2774559" y="3150438"/>
            <a:ext cx="6642882" cy="884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/>
          <a:p>
            <a:pPr>
              <a:defRPr sz="5500" b="0">
                <a:solidFill>
                  <a:srgbClr val="30353E"/>
                </a:solidFill>
                <a:latin typeface="Aileron Heavy"/>
                <a:ea typeface="Aileron Heavy"/>
                <a:cs typeface="Aileron Heavy"/>
                <a:sym typeface="Aileron Heavy"/>
              </a:defRPr>
            </a:pPr>
            <a:endParaRPr sz="5750" dirty="0">
              <a:solidFill>
                <a:schemeClr val="tx2"/>
              </a:solidFill>
              <a:latin typeface="Hedvig Letters Serif 24pt" pitchFamily="2" charset="0"/>
              <a:ea typeface="Inter ExtraBold" panose="02000503000000020004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40B081-9833-C59F-7A53-9095EC1A5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20" y="5994125"/>
            <a:ext cx="9073960" cy="5024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54A109-F731-F88C-3BC2-FEC0AC9FA620}"/>
              </a:ext>
            </a:extLst>
          </p:cNvPr>
          <p:cNvSpPr txBox="1"/>
          <p:nvPr/>
        </p:nvSpPr>
        <p:spPr>
          <a:xfrm>
            <a:off x="1559020" y="4917051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Riccardo Spada</a:t>
            </a:r>
          </a:p>
          <a:p>
            <a:r>
              <a:rPr lang="it-IT" dirty="0">
                <a:hlinkClick r:id="rId4"/>
              </a:rPr>
              <a:t>riccardo.spada@wur.nl</a:t>
            </a:r>
            <a:r>
              <a:rPr lang="it-IT" dirty="0"/>
              <a:t> </a:t>
            </a:r>
          </a:p>
        </p:txBody>
      </p:sp>
      <p:sp>
        <p:nvSpPr>
          <p:cNvPr id="21" name="Title 10">
            <a:extLst>
              <a:ext uri="{FF2B5EF4-FFF2-40B4-BE49-F238E27FC236}">
                <a16:creationId xmlns:a16="http://schemas.microsoft.com/office/drawing/2014/main" id="{9D5C48EF-7DEA-F3D1-9B76-D874285C58F1}"/>
              </a:ext>
            </a:extLst>
          </p:cNvPr>
          <p:cNvSpPr txBox="1">
            <a:spLocks/>
          </p:cNvSpPr>
          <p:nvPr/>
        </p:nvSpPr>
        <p:spPr>
          <a:xfrm>
            <a:off x="1559020" y="2652463"/>
            <a:ext cx="10002589" cy="365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053122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8579000" cy="688081"/>
          </a:xfrm>
        </p:spPr>
        <p:txBody>
          <a:bodyPr anchor="b"/>
          <a:lstStyle/>
          <a:p>
            <a:r>
              <a:rPr lang="en-US" sz="4000" dirty="0">
                <a:solidFill>
                  <a:schemeClr val="tx1"/>
                </a:solidFill>
              </a:rPr>
              <a:t>Methodology and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6450F-A8E5-8B7F-1C54-79C0810102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1185" y="1819705"/>
            <a:ext cx="10478138" cy="4901770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Nitrogen-yield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Crop simulation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Stochastic production function </a:t>
            </a:r>
            <a:r>
              <a:rPr lang="en-US" sz="1200" b="0" dirty="0">
                <a:solidFill>
                  <a:schemeClr val="tx1"/>
                </a:solidFill>
                <a:latin typeface="+mn-lt"/>
              </a:rPr>
              <a:t>(Just &amp; Pope 1978; 1979) </a:t>
            </a:r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Nitrogen prices – Yield prices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Quantile Vector Autoregression (QVAR) </a:t>
            </a:r>
            <a:r>
              <a:rPr lang="en-US" sz="1200" b="0" dirty="0">
                <a:solidFill>
                  <a:schemeClr val="tx1"/>
                </a:solidFill>
                <a:latin typeface="+mn-lt"/>
              </a:rPr>
              <a:t>(Li &amp; </a:t>
            </a:r>
            <a:r>
              <a:rPr lang="en-US" sz="1200" b="0" dirty="0" err="1">
                <a:solidFill>
                  <a:schemeClr val="tx1"/>
                </a:solidFill>
                <a:latin typeface="+mn-lt"/>
              </a:rPr>
              <a:t>Chavas</a:t>
            </a:r>
            <a:r>
              <a:rPr lang="en-US" sz="1200" b="0" dirty="0">
                <a:solidFill>
                  <a:schemeClr val="tx1"/>
                </a:solidFill>
                <a:latin typeface="+mn-lt"/>
              </a:rPr>
              <a:t>, 2023)</a:t>
            </a:r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Contract pricing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Burn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Price Data</a:t>
            </a:r>
          </a:p>
          <a:p>
            <a:r>
              <a:rPr lang="en-US" sz="2000" b="0" dirty="0">
                <a:solidFill>
                  <a:schemeClr val="tx1"/>
                </a:solidFill>
                <a:latin typeface="+mn-lt"/>
              </a:rPr>
              <a:t>Farm-level data Cologne Bay area (North Rhine-Westphalia region, Germany)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Fertilizer: Calcium Ammonium Nitrate, bi-weekly (2007-2025)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Crop: Wheat, bi-weekly (2007-2025)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endParaRPr lang="en-US" sz="20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177AF-B4F3-4196-8C04-891E62991C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97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9D422C-E065-3C2B-9EBA-2A942F382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nl-NL" sz="3000" dirty="0">
                <a:solidFill>
                  <a:schemeClr val="accent6">
                    <a:lumMod val="10000"/>
                  </a:schemeClr>
                </a:solidFill>
                <a:latin typeface="Helvetica Neue"/>
                <a:sym typeface="Helvetica Neue"/>
              </a:rPr>
              <a:t>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1B258-AA4D-4C5C-D5BE-838E3185F9B7}"/>
              </a:ext>
            </a:extLst>
          </p:cNvPr>
          <p:cNvSpPr txBox="1"/>
          <p:nvPr/>
        </p:nvSpPr>
        <p:spPr>
          <a:xfrm>
            <a:off x="914400" y="2879208"/>
            <a:ext cx="11277600" cy="8822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endParaRPr lang="en-US" sz="2700" dirty="0">
              <a:solidFill>
                <a:srgbClr val="404040"/>
              </a:solidFill>
              <a:latin typeface="arial" panose="020B0604020202020204" pitchFamily="34" charset="0"/>
            </a:endParaRPr>
          </a:p>
          <a:p>
            <a:pPr algn="ctr" defTabSz="412750" hangingPunct="0"/>
            <a:endParaRPr lang="nl-NL" sz="2700" b="1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199B6-ECCC-183A-2D8F-4A117542927A}"/>
              </a:ext>
            </a:extLst>
          </p:cNvPr>
          <p:cNvSpPr txBox="1">
            <a:spLocks/>
          </p:cNvSpPr>
          <p:nvPr/>
        </p:nvSpPr>
        <p:spPr>
          <a:xfrm>
            <a:off x="811185" y="468249"/>
            <a:ext cx="8579000" cy="6880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DFEF3-5F1F-909F-3782-B9872F5F400D}"/>
              </a:ext>
            </a:extLst>
          </p:cNvPr>
          <p:cNvSpPr txBox="1"/>
          <p:nvPr/>
        </p:nvSpPr>
        <p:spPr>
          <a:xfrm>
            <a:off x="548692" y="1310054"/>
            <a:ext cx="10893669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>
                <a:effectLst/>
              </a:rPr>
              <a:t>Barberis</a:t>
            </a:r>
            <a:r>
              <a:rPr lang="en-US" sz="1400" dirty="0">
                <a:effectLst/>
              </a:rPr>
              <a:t>, N., Huang, M., &amp; Thaler, R. H. (2006). Individual Preferences, Monetary Gambles, and Stock Market Participation: A Case for Narrow Framing. American Economic Review, 96(4), 1069–1090. </a:t>
            </a:r>
            <a:r>
              <a:rPr lang="en-US" sz="1400" dirty="0">
                <a:effectLst/>
                <a:hlinkClick r:id="rId2"/>
              </a:rPr>
              <a:t>https://doi.org/10.1257/aer.96.4.1069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</a:rPr>
              <a:t>Ghirardato, P., </a:t>
            </a:r>
            <a:r>
              <a:rPr lang="en-GB" sz="1400" dirty="0" err="1">
                <a:effectLst/>
              </a:rPr>
              <a:t>Maccheroni</a:t>
            </a:r>
            <a:r>
              <a:rPr lang="en-GB" sz="1400" dirty="0">
                <a:effectLst/>
              </a:rPr>
              <a:t>, F., &amp; </a:t>
            </a:r>
            <a:r>
              <a:rPr lang="en-GB" sz="1400" dirty="0" err="1">
                <a:effectLst/>
              </a:rPr>
              <a:t>Marinacci</a:t>
            </a:r>
            <a:r>
              <a:rPr lang="en-GB" sz="1400" dirty="0">
                <a:effectLst/>
              </a:rPr>
              <a:t>, M. (2004). Differentiating ambiguity and ambiguity attitude. </a:t>
            </a:r>
            <a:r>
              <a:rPr lang="en-GB" sz="1400" i="1" dirty="0">
                <a:effectLst/>
              </a:rPr>
              <a:t>Journal of Economic Theory</a:t>
            </a:r>
            <a:r>
              <a:rPr lang="en-GB" sz="1400" dirty="0">
                <a:effectLst/>
              </a:rPr>
              <a:t>, </a:t>
            </a:r>
            <a:r>
              <a:rPr lang="en-GB" sz="1400" i="1" dirty="0">
                <a:effectLst/>
              </a:rPr>
              <a:t>118</a:t>
            </a:r>
            <a:r>
              <a:rPr lang="en-GB" sz="1400" dirty="0">
                <a:effectLst/>
              </a:rPr>
              <a:t>(2), 133–173. </a:t>
            </a:r>
            <a:r>
              <a:rPr lang="en-GB" sz="1400" dirty="0">
                <a:effectLst/>
                <a:hlinkClick r:id="rId3"/>
              </a:rPr>
              <a:t>https://doi.org/10.1016/j.jet.2003.12.004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Hardaker, J. B., </a:t>
            </a:r>
            <a:r>
              <a:rPr lang="en-US" sz="1400" dirty="0" err="1">
                <a:effectLst/>
              </a:rPr>
              <a:t>Huirne</a:t>
            </a:r>
            <a:r>
              <a:rPr lang="en-US" sz="1400" dirty="0">
                <a:effectLst/>
              </a:rPr>
              <a:t>, R. B. M., Anderson, J. R., &amp; Lien, G. (2015). </a:t>
            </a:r>
            <a:r>
              <a:rPr lang="en-US" sz="1400" i="1" dirty="0">
                <a:effectLst/>
              </a:rPr>
              <a:t>Coping With Risk in Agriculture</a:t>
            </a:r>
            <a:r>
              <a:rPr lang="en-US" sz="1400" dirty="0">
                <a:effectLst/>
              </a:rPr>
              <a:t> (3rd ed.). CABI Publishing. </a:t>
            </a:r>
            <a:r>
              <a:rPr lang="en-US" sz="1400" dirty="0">
                <a:effectLst/>
                <a:hlinkClick r:id="rId4"/>
              </a:rPr>
              <a:t>https://www.cabidigitallibrary.org/doi/book/10.1079/9781780645742.0000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Just, R. E., &amp; Pope, R. D. (1978). Stochastic specification of production functions and economic implications. Journal of Econometrics, 7(1), 67–86. </a:t>
            </a:r>
            <a:r>
              <a:rPr lang="en-US" sz="1400" dirty="0">
                <a:effectLst/>
                <a:hlinkClick r:id="rId5"/>
              </a:rPr>
              <a:t>https://doi.org/10.1016/0304-4076(78)90006-4</a:t>
            </a:r>
            <a:r>
              <a:rPr lang="en-US" sz="1400" dirty="0">
                <a:effectLst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Just, R. E., &amp; Pope, R. D. (1979). Production Function Estimation and Related Risk Considerations. American Journal of Agricultural Economics, 61(2), 276–284. </a:t>
            </a:r>
            <a:r>
              <a:rPr lang="en-US" sz="1400" dirty="0">
                <a:effectLst/>
                <a:hlinkClick r:id="rId6"/>
              </a:rPr>
              <a:t>https://doi.org/10.2307/1239732</a:t>
            </a:r>
            <a:r>
              <a:rPr lang="en-US" sz="1400" dirty="0">
                <a:effectLst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Knight, F. H. (1921). </a:t>
            </a:r>
            <a:r>
              <a:rPr lang="en-US" sz="1400" i="1" dirty="0">
                <a:effectLst/>
              </a:rPr>
              <a:t>Risk, uncertainty and profit</a:t>
            </a:r>
            <a:r>
              <a:rPr lang="en-US" sz="1400" dirty="0">
                <a:effectLst/>
              </a:rPr>
              <a:t> (Vol. 31). Houghton Mifflin.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Li, J., &amp; </a:t>
            </a:r>
            <a:r>
              <a:rPr lang="en-US" sz="1400" dirty="0" err="1">
                <a:effectLst/>
              </a:rPr>
              <a:t>Chavas</a:t>
            </a:r>
            <a:r>
              <a:rPr lang="en-US" sz="1400" dirty="0">
                <a:effectLst/>
              </a:rPr>
              <a:t>, J.P. (2023). A dynamic analysis of the distribution of commodity futures and spot prices. </a:t>
            </a:r>
            <a:r>
              <a:rPr lang="en-US" sz="1400" i="1" dirty="0">
                <a:effectLst/>
              </a:rPr>
              <a:t>American Journal of Agricultural Economics</a:t>
            </a:r>
            <a:r>
              <a:rPr lang="en-US" sz="1400" dirty="0">
                <a:effectLst/>
              </a:rPr>
              <a:t>, </a:t>
            </a:r>
            <a:r>
              <a:rPr lang="en-US" sz="1400" i="1" dirty="0">
                <a:effectLst/>
              </a:rPr>
              <a:t>105</a:t>
            </a:r>
            <a:r>
              <a:rPr lang="en-US" sz="1400" dirty="0">
                <a:effectLst/>
              </a:rPr>
              <a:t>(1), 122–143. </a:t>
            </a:r>
            <a:r>
              <a:rPr lang="en-US" sz="1400" dirty="0">
                <a:effectLst/>
                <a:hlinkClick r:id="rId7"/>
              </a:rPr>
              <a:t>https://doi.org/10.1111/ajae.12309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Mattos, F., Garcia, P., &amp; Pennings, J. M. E. (2008). Probability weighting and loss aversion in futures hedging. </a:t>
            </a:r>
            <a:r>
              <a:rPr lang="en-US" sz="1400" i="1" dirty="0">
                <a:effectLst/>
              </a:rPr>
              <a:t>Journal of Financial Markets</a:t>
            </a:r>
            <a:r>
              <a:rPr lang="en-US" sz="1400" dirty="0">
                <a:effectLst/>
              </a:rPr>
              <a:t>, </a:t>
            </a:r>
            <a:r>
              <a:rPr lang="en-US" sz="1400" i="1" dirty="0">
                <a:effectLst/>
              </a:rPr>
              <a:t>11</a:t>
            </a:r>
            <a:r>
              <a:rPr lang="en-US" sz="1400" dirty="0">
                <a:effectLst/>
              </a:rPr>
              <a:t>(4), 433–452. </a:t>
            </a:r>
            <a:r>
              <a:rPr lang="en-US" sz="1400" dirty="0">
                <a:effectLst/>
                <a:hlinkClick r:id="rId8"/>
              </a:rPr>
              <a:t>https://doi.org/10.1016/j.finmar.2008.04.002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Spada, R., Moritz, L., Rommel, J., Cerroni, S., Meuwissen, M. P. M., &amp; Dalhaus, T. (2025). </a:t>
            </a:r>
            <a:r>
              <a:rPr lang="en-US" sz="1400" i="1" dirty="0">
                <a:effectLst/>
              </a:rPr>
              <a:t>Behavioral Preferences Affecting the Adoption of Financial Price Risk Management Tools in Agriculture: A Systematic Literature Review</a:t>
            </a:r>
            <a:r>
              <a:rPr lang="en-US" sz="1400" dirty="0">
                <a:effectLst/>
              </a:rPr>
              <a:t>. </a:t>
            </a:r>
            <a:r>
              <a:rPr lang="en-US" sz="1400" dirty="0">
                <a:effectLst/>
                <a:hlinkClick r:id="rId9"/>
              </a:rPr>
              <a:t>https://doi.org/10.22004/ag.econ.356632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Tversky, A., &amp; Kahneman, D. (1981). The Framing of Decisions and the Psychology of Choice. Science, 211(4481), 453–458. </a:t>
            </a:r>
            <a:r>
              <a:rPr lang="en-US" sz="1400" dirty="0">
                <a:effectLst/>
                <a:hlinkClick r:id="rId10"/>
              </a:rPr>
              <a:t>https://doi.org/10.1126/science.7455683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Tversky, A., &amp; Kahneman, D. (1992). Advances in prospect theory: Cumulative representation of uncertainty. </a:t>
            </a:r>
            <a:r>
              <a:rPr lang="en-US" sz="1400" i="1" dirty="0">
                <a:effectLst/>
              </a:rPr>
              <a:t>Journal of Risk and Uncertainty</a:t>
            </a:r>
            <a:r>
              <a:rPr lang="en-US" sz="1400" dirty="0">
                <a:effectLst/>
              </a:rPr>
              <a:t>, </a:t>
            </a:r>
            <a:r>
              <a:rPr lang="en-US" sz="1400" i="1" dirty="0">
                <a:effectLst/>
              </a:rPr>
              <a:t>5</a:t>
            </a:r>
            <a:r>
              <a:rPr lang="en-US" sz="1400" dirty="0">
                <a:effectLst/>
              </a:rPr>
              <a:t>(4), 297–323. </a:t>
            </a:r>
            <a:r>
              <a:rPr lang="en-US" sz="1400" dirty="0">
                <a:effectLst/>
                <a:hlinkClick r:id="rId11"/>
              </a:rPr>
              <a:t>https://doi.org/10.1007/BF00122574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526221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AgEnRes">
      <a:dk1>
        <a:sysClr val="windowText" lastClr="000000"/>
      </a:dk1>
      <a:lt1>
        <a:srgbClr val="DCF0D2"/>
      </a:lt1>
      <a:dk2>
        <a:srgbClr val="5AD746"/>
      </a:dk2>
      <a:lt2>
        <a:srgbClr val="DCF0D2"/>
      </a:lt2>
      <a:accent1>
        <a:srgbClr val="5AD746"/>
      </a:accent1>
      <a:accent2>
        <a:srgbClr val="DCF0D2"/>
      </a:accent2>
      <a:accent3>
        <a:srgbClr val="DCF0D2"/>
      </a:accent3>
      <a:accent4>
        <a:srgbClr val="5AD746"/>
      </a:accent4>
      <a:accent5>
        <a:srgbClr val="000000"/>
      </a:accent5>
      <a:accent6>
        <a:srgbClr val="DCF0D2"/>
      </a:accent6>
      <a:hlink>
        <a:srgbClr val="5AD746"/>
      </a:hlink>
      <a:folHlink>
        <a:srgbClr val="F80897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60604_win32_SL_V10" id="{99B34821-6204-44CE-8DD7-2088F7B07FF3}" vid="{E244DE33-B49D-4797-B149-ADA6E5DF5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9B38FDDD8EE141B6A138391C2A4E79" ma:contentTypeVersion="18" ma:contentTypeDescription="Create a new document." ma:contentTypeScope="" ma:versionID="87499eb6698e964f6ecdab3e70829021">
  <xsd:schema xmlns:xsd="http://www.w3.org/2001/XMLSchema" xmlns:xs="http://www.w3.org/2001/XMLSchema" xmlns:p="http://schemas.microsoft.com/office/2006/metadata/properties" xmlns:ns2="6135ec3c-eaee-4bdf-9b68-f4d514849bf1" xmlns:ns3="41626ada-5cb2-44a1-bf60-8d276ee6a687" targetNamespace="http://schemas.microsoft.com/office/2006/metadata/properties" ma:root="true" ma:fieldsID="d484a5b15bd59a91d2743ddcea7437cd" ns2:_="" ns3:_="">
    <xsd:import namespace="6135ec3c-eaee-4bdf-9b68-f4d514849bf1"/>
    <xsd:import namespace="41626ada-5cb2-44a1-bf60-8d276ee6a687"/>
    <xsd:element name="properties">
      <xsd:complexType>
        <xsd:sequence>
          <xsd:element name="documentManagement">
            <xsd:complexType>
              <xsd:all>
                <xsd:element ref="ns2:DocumentType" minOccurs="0"/>
                <xsd:element ref="ns2:Remarks" minOccurs="0"/>
                <xsd:element ref="ns2:EmbargoUntil" minOccurs="0"/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35ec3c-eaee-4bdf-9b68-f4d514849bf1" elementFormDefault="qualified">
    <xsd:import namespace="http://schemas.microsoft.com/office/2006/documentManagement/types"/>
    <xsd:import namespace="http://schemas.microsoft.com/office/infopath/2007/PartnerControls"/>
    <xsd:element name="DocumentType" ma:index="8" nillable="true" ma:displayName="Document Type" ma:default="Other" ma:format="Dropdown" ma:internalName="DocumentType">
      <xsd:simpleType>
        <xsd:restriction base="dms:Choice">
          <xsd:enumeration value="Budget"/>
          <xsd:enumeration value="Project proposal"/>
          <xsd:enumeration value="Contracts/Agreements"/>
          <xsd:enumeration value="Datamanagement plan"/>
          <xsd:enumeration value="Correspondence"/>
          <xsd:enumeration value="Deliverable"/>
          <xsd:enumeration value="Review"/>
          <xsd:enumeration value="Dataset"/>
          <xsd:enumeration value="Presentation"/>
          <xsd:enumeration value="Other"/>
        </xsd:restriction>
      </xsd:simpleType>
    </xsd:element>
    <xsd:element name="Remarks" ma:index="9" nillable="true" ma:displayName="Remarks" ma:description="Remarks" ma:internalName="Remarks">
      <xsd:simpleType>
        <xsd:restriction base="dms:Note">
          <xsd:maxLength value="255"/>
        </xsd:restriction>
      </xsd:simpleType>
    </xsd:element>
    <xsd:element name="EmbargoUntil" ma:index="10" nillable="true" ma:displayName="Embargo until" ma:format="DateOnly" ma:internalName="EmbargoUntil">
      <xsd:simpleType>
        <xsd:restriction base="dms:DateTime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ec99919-4982-4388-8a64-83a11d2ca2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26ada-5cb2-44a1-bf60-8d276ee6a68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01a9165-e1d3-41e2-ab9e-3c751fc6899f}" ma:internalName="TaxCatchAll" ma:showField="CatchAllData" ma:web="41626ada-5cb2-44a1-bf60-8d276ee6a6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1626ada-5cb2-44a1-bf60-8d276ee6a687" xsi:nil="true"/>
    <DocumentType xmlns="6135ec3c-eaee-4bdf-9b68-f4d514849bf1">Other</DocumentType>
    <lcf76f155ced4ddcb4097134ff3c332f xmlns="6135ec3c-eaee-4bdf-9b68-f4d514849bf1">
      <Terms xmlns="http://schemas.microsoft.com/office/infopath/2007/PartnerControls"/>
    </lcf76f155ced4ddcb4097134ff3c332f>
    <Remarks xmlns="6135ec3c-eaee-4bdf-9b68-f4d514849bf1" xsi:nil="true"/>
    <EmbargoUntil xmlns="6135ec3c-eaee-4bdf-9b68-f4d514849bf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531923-D4C9-4C7B-994A-9E661FD65B6C}">
  <ds:schemaRefs>
    <ds:schemaRef ds:uri="41626ada-5cb2-44a1-bf60-8d276ee6a687"/>
    <ds:schemaRef ds:uri="6135ec3c-eaee-4bdf-9b68-f4d514849b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9458E52-C9AB-45CD-90E2-A592FBC3F28E}">
  <ds:schemaRefs>
    <ds:schemaRef ds:uri="230e9df3-be65-4c73-a93b-d1236ebd677e"/>
    <ds:schemaRef ds:uri="41626ada-5cb2-44a1-bf60-8d276ee6a687"/>
    <ds:schemaRef ds:uri="6135ec3c-eaee-4bdf-9b68-f4d514849bf1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FA81F5C2-3514-4A07-8A5F-801AC1F704E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3131</TotalTime>
  <Words>931</Words>
  <Application>Microsoft Office PowerPoint</Application>
  <PresentationFormat>Widescreen</PresentationFormat>
  <Paragraphs>83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Arial</vt:lpstr>
      <vt:lpstr>Arial Black</vt:lpstr>
      <vt:lpstr>Calibri</vt:lpstr>
      <vt:lpstr>Cambria Math</vt:lpstr>
      <vt:lpstr>Hedvig Letters Serif 24pt</vt:lpstr>
      <vt:lpstr>Helvetica Neue</vt:lpstr>
      <vt:lpstr>Sora</vt:lpstr>
      <vt:lpstr>Wingdings</vt:lpstr>
      <vt:lpstr>Custom</vt:lpstr>
      <vt:lpstr>D5.4 Development of input price risk management tools</vt:lpstr>
      <vt:lpstr>Introduction</vt:lpstr>
      <vt:lpstr>Adjusted contract design</vt:lpstr>
      <vt:lpstr>Methodology</vt:lpstr>
      <vt:lpstr>Key results and Conclusion</vt:lpstr>
      <vt:lpstr>PowerPoint Presentation</vt:lpstr>
      <vt:lpstr>Methodology and Data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Franziska Appel</dc:creator>
  <cp:lastModifiedBy>Spada, Riccardo</cp:lastModifiedBy>
  <cp:revision>1</cp:revision>
  <dcterms:created xsi:type="dcterms:W3CDTF">2024-03-06T08:45:45Z</dcterms:created>
  <dcterms:modified xsi:type="dcterms:W3CDTF">2026-01-14T07:08:18Z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0x010100D39B38FDDD8EE141B6A138391C2A4E79</vt:lpwstr>
  </property>
  <property fmtid="{D5CDD505-2E9C-101B-9397-08002B2CF9AE}" pid="3" name="MediaServiceImageTags">
    <vt:lpwstr/>
  </property>
</Properties>
</file>